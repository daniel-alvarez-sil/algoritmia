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9" r:id="rId16"/>
    <p:sldId id="273" r:id="rId17"/>
    <p:sldId id="274" r:id="rId18"/>
    <p:sldId id="280" r:id="rId19"/>
    <p:sldId id="275" r:id="rId20"/>
    <p:sldId id="276" r:id="rId21"/>
    <p:sldId id="281" r:id="rId22"/>
    <p:sldId id="277" r:id="rId23"/>
    <p:sldId id="282" r:id="rId24"/>
    <p:sldId id="278" r:id="rId25"/>
    <p:sldId id="283" r:id="rId26"/>
    <p:sldId id="284" r:id="rId27"/>
    <p:sldId id="285" r:id="rId28"/>
    <p:sldId id="286" r:id="rId29"/>
    <p:sldId id="287" r:id="rId30"/>
    <p:sldId id="289" r:id="rId31"/>
    <p:sldId id="290" r:id="rId32"/>
    <p:sldId id="293" r:id="rId33"/>
    <p:sldId id="291" r:id="rId34"/>
    <p:sldId id="292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7" r:id="rId47"/>
    <p:sldId id="306" r:id="rId48"/>
    <p:sldId id="305" r:id="rId49"/>
    <p:sldId id="308" r:id="rId5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AAFEF-E451-BA93-3BFB-241F1E249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AECC31-3D3B-E944-2451-300CE6ED0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6DBB1-D3F5-B7F6-C22C-54679F7E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BE62A4-2FB9-A2D9-9788-8B344685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386CEC-060B-BA6A-B512-75C06671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38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052A1-8582-B273-0930-EF4D9BDB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4646B-8B34-BE5D-D758-3F275861F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6EB9C4-D085-0D82-26BE-0A435566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4169D9-FEB8-25B1-E33C-499CFB8B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2785F2-E6F2-69D6-A76C-A23DB31B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694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619BE-F5E7-AA68-5775-803963B8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49B584-3290-380E-EB7A-E261DEE39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98A30-65C2-6D93-6556-A97F6253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0F6EDA-9B0A-0013-917C-21C52AE5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501C2-8AC1-8189-6D52-AD431E2D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861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CA90C-1DE2-D679-7534-9C396235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5D5E19-3E22-1017-5208-3A9035931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DAA07A-D46D-E54B-BFD8-56388F49B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3DE5D7-A782-1B1A-635F-B5D88A88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2767AB-AE0D-C9C1-E0F4-14B20346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9DA278-8144-8675-BD9A-025F07DE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55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E3016-436C-C41F-A7C7-66BE7443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A4C298-B324-A602-3B6C-575DEEE4C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24786-160F-DFC0-C233-8EBB2591E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4D6165-B80D-EE8B-99C9-EC02683D8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EEF8AE-6896-87C0-3C0C-F63D52DEE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0DF24E-DA2A-2285-2C8F-58B8EAAA8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0BF0E0-54A2-3B78-8AD1-1DCB817A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54D33E-E7D2-C13A-A20C-5301494E7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633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EEDC7-6CC1-E4CE-E131-E453A6C5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DDB1D0-75A4-8F39-10F2-843656FE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9AB092-49B6-72BD-B713-3F901E71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89F473-1EF8-5A5F-C8ED-A1ADE7B2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526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D5F541-DB60-CA70-7968-29DC4106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EF46D8-8030-3CCF-0943-E28F6486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B1813B-29BF-BAF3-E69D-99E38308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67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1F8BE-C87F-31AB-6AFA-2475FA0D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1EA43D-E321-7162-F041-019011896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D390C0-9C74-FD4D-F546-47270652C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50D18A-F8FB-74FE-F00A-20614268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C03B99-8456-B605-52DA-519650EA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1DBE51-A209-4FD4-AF99-8F6E06128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037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35314-1BFB-7836-EDCB-F9B471B9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88953E1-BE80-A007-1A14-B5B0C4B4A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0556D4-45A5-E8F5-5B01-30CECD034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96B17F-0DCF-DF09-FD32-5613B642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4A42FA-5DD8-23C4-529A-0F48C4EC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13CD2C-B7A3-B94E-88B0-4AA8D17C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411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25F47-5AEA-6A0C-11C9-C82AFD71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1E5D13-FEF7-AC51-5464-A8AD445D9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623AE7-7938-8618-77E7-757D2D41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444825-D50D-C105-253D-7535BC88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D79C7-F227-70F7-34EB-1054F1EC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291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C30F6C-FE4E-824B-1925-E425F7691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BF0BF5-15ED-42CF-2B8E-0A67F2B43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5091B0-D74D-CD23-0971-104F3815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83E0EB-52F7-8B15-3C5D-F389FD6C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E5E346-55B4-2E63-8EA7-A6B65738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407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84B72B-EA5F-DE50-3798-9E304A61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415BDB-429A-A728-47F0-176E2E38F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62583C-BBA5-F56D-9025-3F7797579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FECCA-5EAD-47FC-B3F0-F8C5240BEF0A}" type="datetimeFigureOut">
              <a:rPr lang="es-MX" smtClean="0"/>
              <a:t>26/02/2025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5476C2-DB74-FC8B-10BE-6676B915D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80DF53-32BF-8417-46BE-BBAF55305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23AF8-55F9-4E18-9E58-1FDCC19355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227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23C7D37-C2FC-CCD6-ADD5-27CF4688C2BB}"/>
              </a:ext>
            </a:extLst>
          </p:cNvPr>
          <p:cNvSpPr txBox="1"/>
          <p:nvPr/>
        </p:nvSpPr>
        <p:spPr>
          <a:xfrm>
            <a:off x="3867462" y="48080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9D92EF-A1F1-FF50-A40B-0A2C2B8E11A2}"/>
              </a:ext>
            </a:extLst>
          </p:cNvPr>
          <p:cNvSpPr txBox="1"/>
          <p:nvPr/>
        </p:nvSpPr>
        <p:spPr>
          <a:xfrm>
            <a:off x="4393816" y="48080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364795-F50E-BD1D-15E4-FE87E13854BD}"/>
              </a:ext>
            </a:extLst>
          </p:cNvPr>
          <p:cNvSpPr txBox="1"/>
          <p:nvPr/>
        </p:nvSpPr>
        <p:spPr>
          <a:xfrm>
            <a:off x="4920170" y="48080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AD0145-2813-71EF-4C6B-FB2D73A8D852}"/>
              </a:ext>
            </a:extLst>
          </p:cNvPr>
          <p:cNvSpPr txBox="1"/>
          <p:nvPr/>
        </p:nvSpPr>
        <p:spPr>
          <a:xfrm>
            <a:off x="5446524" y="480809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423A22-CACD-888D-C642-81ECE185AA40}"/>
              </a:ext>
            </a:extLst>
          </p:cNvPr>
          <p:cNvSpPr txBox="1"/>
          <p:nvPr/>
        </p:nvSpPr>
        <p:spPr>
          <a:xfrm>
            <a:off x="6096308" y="480809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6F2822-982C-F890-645A-AFFA860205DB}"/>
              </a:ext>
            </a:extLst>
          </p:cNvPr>
          <p:cNvSpPr txBox="1"/>
          <p:nvPr/>
        </p:nvSpPr>
        <p:spPr>
          <a:xfrm>
            <a:off x="6746092" y="48080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9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0F4B2F-9E6D-3CEF-8DC8-701EAFF2DE43}"/>
              </a:ext>
            </a:extLst>
          </p:cNvPr>
          <p:cNvSpPr txBox="1"/>
          <p:nvPr/>
        </p:nvSpPr>
        <p:spPr>
          <a:xfrm>
            <a:off x="7272446" y="48080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9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49F5AD0D-BE7F-E64E-15DE-E7985AB1B959}"/>
              </a:ext>
            </a:extLst>
          </p:cNvPr>
          <p:cNvSpPr/>
          <p:nvPr/>
        </p:nvSpPr>
        <p:spPr>
          <a:xfrm rot="5400000">
            <a:off x="6931553" y="4959700"/>
            <a:ext cx="389129" cy="76005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errar llave 13">
            <a:extLst>
              <a:ext uri="{FF2B5EF4-FFF2-40B4-BE49-F238E27FC236}">
                <a16:creationId xmlns:a16="http://schemas.microsoft.com/office/drawing/2014/main" id="{80E6D03B-20F1-41C6-F982-6934B32ADB48}"/>
              </a:ext>
            </a:extLst>
          </p:cNvPr>
          <p:cNvSpPr/>
          <p:nvPr/>
        </p:nvSpPr>
        <p:spPr>
          <a:xfrm rot="5400000">
            <a:off x="5792615" y="4871492"/>
            <a:ext cx="389129" cy="9364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A284220-5622-2035-B324-E2ACE0253EA6}"/>
              </a:ext>
            </a:extLst>
          </p:cNvPr>
          <p:cNvSpPr txBox="1"/>
          <p:nvPr/>
        </p:nvSpPr>
        <p:spPr>
          <a:xfrm>
            <a:off x="5385575" y="5686693"/>
            <a:ext cx="120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|10-10| = 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02A1B1E-FF60-94D3-A2E4-BB682584D2F5}"/>
              </a:ext>
            </a:extLst>
          </p:cNvPr>
          <p:cNvSpPr txBox="1"/>
          <p:nvPr/>
        </p:nvSpPr>
        <p:spPr>
          <a:xfrm>
            <a:off x="6670842" y="5686693"/>
            <a:ext cx="120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|9-9| = 0</a:t>
            </a: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23B8115-ABDC-9A50-F24E-304F75A4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575107"/>
              </p:ext>
            </p:extLst>
          </p:nvPr>
        </p:nvGraphicFramePr>
        <p:xfrm>
          <a:off x="1109272" y="935208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3EDE5604-3BB3-8658-2382-8CF4B0938408}"/>
              </a:ext>
            </a:extLst>
          </p:cNvPr>
          <p:cNvSpPr txBox="1"/>
          <p:nvPr/>
        </p:nvSpPr>
        <p:spPr>
          <a:xfrm>
            <a:off x="5534047" y="297125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44E4EEA-D06E-FE99-B537-BD4AD60CCE17}"/>
              </a:ext>
            </a:extLst>
          </p:cNvPr>
          <p:cNvSpPr txBox="1"/>
          <p:nvPr/>
        </p:nvSpPr>
        <p:spPr>
          <a:xfrm>
            <a:off x="5534047" y="2013955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96E7484-746D-BB47-B80A-5197E503574E}"/>
              </a:ext>
            </a:extLst>
          </p:cNvPr>
          <p:cNvSpPr txBox="1"/>
          <p:nvPr/>
        </p:nvSpPr>
        <p:spPr>
          <a:xfrm>
            <a:off x="5262337" y="2612508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2, R = 8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AEEB5AE9-FEA4-1BBD-E328-404AF19F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342885"/>
              </p:ext>
            </p:extLst>
          </p:nvPr>
        </p:nvGraphicFramePr>
        <p:xfrm>
          <a:off x="1044310" y="3546620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AC7AD529-56FB-87B2-F438-599D12014A19}"/>
              </a:ext>
            </a:extLst>
          </p:cNvPr>
          <p:cNvSpPr txBox="1"/>
          <p:nvPr/>
        </p:nvSpPr>
        <p:spPr>
          <a:xfrm>
            <a:off x="5262337" y="6213815"/>
            <a:ext cx="12298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Output = 0</a:t>
            </a:r>
          </a:p>
        </p:txBody>
      </p:sp>
    </p:spTree>
    <p:extLst>
      <p:ext uri="{BB962C8B-B14F-4D97-AF65-F5344CB8AC3E}">
        <p14:creationId xmlns:p14="http://schemas.microsoft.com/office/powerpoint/2010/main" val="244335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0AAB516-79BF-9C13-DB52-C62D578AC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122774"/>
              </p:ext>
            </p:extLst>
          </p:nvPr>
        </p:nvGraphicFramePr>
        <p:xfrm>
          <a:off x="1044309" y="965189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D4FA32C-37AE-CD56-A882-96EE7F22C277}"/>
              </a:ext>
            </a:extLst>
          </p:cNvPr>
          <p:cNvSpPr txBox="1"/>
          <p:nvPr/>
        </p:nvSpPr>
        <p:spPr>
          <a:xfrm>
            <a:off x="5751995" y="297125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0A22C5-C8D7-C861-1F0A-84DBAF925F77}"/>
              </a:ext>
            </a:extLst>
          </p:cNvPr>
          <p:cNvSpPr txBox="1"/>
          <p:nvPr/>
        </p:nvSpPr>
        <p:spPr>
          <a:xfrm>
            <a:off x="5747186" y="2005601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86598A-02DD-48BA-7FF7-18DF7EC6D1AC}"/>
              </a:ext>
            </a:extLst>
          </p:cNvPr>
          <p:cNvSpPr txBox="1"/>
          <p:nvPr/>
        </p:nvSpPr>
        <p:spPr>
          <a:xfrm>
            <a:off x="3748330" y="2612508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740515-BBC3-316C-BE35-7710221FE49B}"/>
              </a:ext>
            </a:extLst>
          </p:cNvPr>
          <p:cNvSpPr txBox="1"/>
          <p:nvPr/>
        </p:nvSpPr>
        <p:spPr>
          <a:xfrm>
            <a:off x="5477881" y="2612508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CB5171F-B876-697D-184B-AEDF1F19D5A4}"/>
              </a:ext>
            </a:extLst>
          </p:cNvPr>
          <p:cNvSpPr txBox="1"/>
          <p:nvPr/>
        </p:nvSpPr>
        <p:spPr>
          <a:xfrm>
            <a:off x="7207432" y="2612508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</p:spTree>
    <p:extLst>
      <p:ext uri="{BB962C8B-B14F-4D97-AF65-F5344CB8AC3E}">
        <p14:creationId xmlns:p14="http://schemas.microsoft.com/office/powerpoint/2010/main" val="1060166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A272-A271-8C31-1997-9DD85DF4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16C9434-E1FC-4415-CF9B-E244B5C0CEFC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E0D6B3F-1603-96A6-8EFF-C8136BBABC53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C18AEB-D267-7275-A093-AD57234A3931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D627360-D09E-DA17-6327-096320AEDD95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026217D-B11B-E6C5-E269-EBAED614FD02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0E39CE2-5608-8C71-32B7-AFE835EA1645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</p:spTree>
    <p:extLst>
      <p:ext uri="{BB962C8B-B14F-4D97-AF65-F5344CB8AC3E}">
        <p14:creationId xmlns:p14="http://schemas.microsoft.com/office/powerpoint/2010/main" val="102707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A9BF-5558-73AD-FDD7-C990BF97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1D49BC7-0A63-CDB0-FB48-DCF6D0677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0859"/>
              </p:ext>
            </p:extLst>
          </p:nvPr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CB370B3-D5AC-7861-57D6-70AA678A3E2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1E0503-6A4E-AC39-E138-F564A25D0BFC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AADED8-7F1B-3513-F7EA-566CD5AD8B68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A910B8-DB08-26A6-E0EC-B5860C75E1DE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CC5801-CDCA-9F62-73FE-1010F47C1C36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235FFD2-44D0-0224-37ED-B5131953C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520956"/>
              </p:ext>
            </p:extLst>
          </p:nvPr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C61EA58-6FCA-21E3-490F-4B51F6A6B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125006"/>
              </p:ext>
            </p:extLst>
          </p:nvPr>
        </p:nvGraphicFramePr>
        <p:xfrm>
          <a:off x="4094734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F2B4857-C890-30F6-DD46-C73B2F23F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086175"/>
              </p:ext>
            </p:extLst>
          </p:nvPr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244DF3DE-D456-C0FB-2FCF-9D3DBDD25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567169"/>
              </p:ext>
            </p:extLst>
          </p:nvPr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E366DDE8-2EBD-8F5A-A30F-B0C0D2119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474761"/>
              </p:ext>
            </p:extLst>
          </p:nvPr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107D9C7B-11D3-F545-3517-EEDF61682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587375"/>
              </p:ext>
            </p:extLst>
          </p:nvPr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70E5EE09-26C6-8E4B-5A8B-0E43B404C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404158"/>
              </p:ext>
            </p:extLst>
          </p:nvPr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834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4653-01BA-1643-29FD-D3A1CD168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919C338-200F-A141-E66D-D8D706BD4750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14ED5C8-10CA-1A81-0652-914DBCCB478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0BF12A-F7AB-E5CE-6D12-FA381886E02B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C81CCD-BD59-74A3-612C-AF0C31ABDEC1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6C5E302-DC83-C3CC-4D17-04D94F554FA1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4F5C69-1D95-19D3-AAB7-9287BA90A636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2334309-B6FE-3955-B1FA-B5FFF705B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625145"/>
              </p:ext>
            </p:extLst>
          </p:nvPr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7598F240-018B-3673-EC5F-78BE2D091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037031"/>
              </p:ext>
            </p:extLst>
          </p:nvPr>
        </p:nvGraphicFramePr>
        <p:xfrm>
          <a:off x="4105254" y="293776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D3D40912-2BD8-5AAB-C504-1D441BC27D9B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DC3DFF7-CA23-AEA9-23C5-966C826740C1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46F3C3F-F85E-B4A6-AF94-4D8D6894D9C0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C71C036-DB4A-F55A-BF6C-C10501514ECF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8D8B83D-3D55-D365-E8A2-7387650D825F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041E731-A725-8AEB-B522-DB852A7DAB8E}"/>
              </a:ext>
            </a:extLst>
          </p:cNvPr>
          <p:cNvSpPr txBox="1"/>
          <p:nvPr/>
        </p:nvSpPr>
        <p:spPr>
          <a:xfrm>
            <a:off x="4069922" y="336472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|8-15| = 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4979BAC-9E05-F859-DBBF-8D59FC60FDF3}"/>
              </a:ext>
            </a:extLst>
          </p:cNvPr>
          <p:cNvSpPr txBox="1"/>
          <p:nvPr/>
        </p:nvSpPr>
        <p:spPr>
          <a:xfrm>
            <a:off x="8646820" y="2705892"/>
            <a:ext cx="9300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7</a:t>
            </a:r>
          </a:p>
        </p:txBody>
      </p:sp>
    </p:spTree>
    <p:extLst>
      <p:ext uri="{BB962C8B-B14F-4D97-AF65-F5344CB8AC3E}">
        <p14:creationId xmlns:p14="http://schemas.microsoft.com/office/powerpoint/2010/main" val="916532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7565-C931-52CD-2C6C-9A05D59B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3314BC9-3B4F-F0C7-5921-B49C32CF20B6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36000D9-5551-B73C-B556-863D7612FF7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64CBD1-6520-B8F6-AA2B-CD8F839C271D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CEA897-3F62-7DC7-B23E-A3B8010B20A7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FB7EDB4-3F25-67DB-70CA-64DC612E9FF9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F2D09E3-A524-3000-68ED-71B7746CF5E3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B659BB0-DF07-5D62-9A0A-09A57DE08ADC}"/>
              </a:ext>
            </a:extLst>
          </p:cNvPr>
          <p:cNvGraphicFramePr>
            <a:graphicFrameLocks noGrp="1"/>
          </p:cNvGraphicFramePr>
          <p:nvPr/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A1429A9-AC72-A356-2398-49E85B88DC7A}"/>
              </a:ext>
            </a:extLst>
          </p:cNvPr>
          <p:cNvGraphicFramePr>
            <a:graphicFrameLocks noGrp="1"/>
          </p:cNvGraphicFramePr>
          <p:nvPr/>
        </p:nvGraphicFramePr>
        <p:xfrm>
          <a:off x="4105254" y="293776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20C5883-19F0-2314-D53B-D6B7C5B79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985442"/>
              </p:ext>
            </p:extLst>
          </p:nvPr>
        </p:nvGraphicFramePr>
        <p:xfrm>
          <a:off x="5150924" y="3444632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0A6B1DE-A8D3-E7BC-980E-13B5CAAD1442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0AF36212-754E-0AB6-FDCA-B7BA79C86207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315BC28-EB66-8C27-3F16-CA7652A2F688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E3B1EAB2-F0C4-4DD8-7DF1-D1196AB3D05E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963959D-8D42-9EE1-2C6C-E4FE62492191}"/>
              </a:ext>
            </a:extLst>
          </p:cNvPr>
          <p:cNvSpPr txBox="1"/>
          <p:nvPr/>
        </p:nvSpPr>
        <p:spPr>
          <a:xfrm>
            <a:off x="4069922" y="336472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|8-15| = 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84CDC11-3C70-233F-1A7F-5477C0B1CEB2}"/>
              </a:ext>
            </a:extLst>
          </p:cNvPr>
          <p:cNvSpPr txBox="1"/>
          <p:nvPr/>
        </p:nvSpPr>
        <p:spPr>
          <a:xfrm>
            <a:off x="8646820" y="2705892"/>
            <a:ext cx="9300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MIN = 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4097E4-D09D-DAC7-A65D-6AFA115C93D1}"/>
              </a:ext>
            </a:extLst>
          </p:cNvPr>
          <p:cNvSpPr txBox="1"/>
          <p:nvPr/>
        </p:nvSpPr>
        <p:spPr>
          <a:xfrm>
            <a:off x="5080260" y="3802642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|8-12| = 4</a:t>
            </a:r>
          </a:p>
        </p:txBody>
      </p:sp>
    </p:spTree>
    <p:extLst>
      <p:ext uri="{BB962C8B-B14F-4D97-AF65-F5344CB8AC3E}">
        <p14:creationId xmlns:p14="http://schemas.microsoft.com/office/powerpoint/2010/main" val="3456044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5F748-A617-6EC1-DAC8-B54D38FA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EC2ECE1-178C-72EA-A8B4-9E8AA3D38259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07CB186-1ED8-B68C-B581-3AB99168B03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45EF44-6C56-2A9F-FEB6-BCD3CDDA3068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3AA0C5-50B0-150A-EB7A-1F4F0AE6A480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F6FF3A-D4BE-2500-BD4A-33911F755DBE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6AB124-D502-0A77-96ED-C04000E3F730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7D207BE-9F6E-0A7E-0D91-3DEE171F79B0}"/>
              </a:ext>
            </a:extLst>
          </p:cNvPr>
          <p:cNvGraphicFramePr>
            <a:graphicFrameLocks noGrp="1"/>
          </p:cNvGraphicFramePr>
          <p:nvPr/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971FD4A3-EA77-B0E0-E4F8-CD39686D74D3}"/>
              </a:ext>
            </a:extLst>
          </p:cNvPr>
          <p:cNvGraphicFramePr>
            <a:graphicFrameLocks noGrp="1"/>
          </p:cNvGraphicFramePr>
          <p:nvPr/>
        </p:nvGraphicFramePr>
        <p:xfrm>
          <a:off x="4105254" y="293776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6F19526-CEA8-85BD-81F5-EE2E8550AF05}"/>
              </a:ext>
            </a:extLst>
          </p:cNvPr>
          <p:cNvGraphicFramePr>
            <a:graphicFrameLocks noGrp="1"/>
          </p:cNvGraphicFramePr>
          <p:nvPr/>
        </p:nvGraphicFramePr>
        <p:xfrm>
          <a:off x="5150924" y="3444632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83A43539-2FFB-65F7-3ABB-8995B0CFE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601830"/>
              </p:ext>
            </p:extLst>
          </p:nvPr>
        </p:nvGraphicFramePr>
        <p:xfrm>
          <a:off x="6161262" y="39570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4566F34-6383-98F0-E7F8-C4F4E8EB4300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08A421F0-8E35-2340-A413-957F0FBF3505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A11B8C84-EFD9-B453-29B5-B8E842F5E157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B25E3B7-3465-92F8-2118-BA1C7719696A}"/>
              </a:ext>
            </a:extLst>
          </p:cNvPr>
          <p:cNvSpPr txBox="1"/>
          <p:nvPr/>
        </p:nvSpPr>
        <p:spPr>
          <a:xfrm>
            <a:off x="4069922" y="336472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|8-15| = 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AEEA954-C5C9-DB6B-728E-D1543B3603E6}"/>
              </a:ext>
            </a:extLst>
          </p:cNvPr>
          <p:cNvSpPr txBox="1"/>
          <p:nvPr/>
        </p:nvSpPr>
        <p:spPr>
          <a:xfrm>
            <a:off x="8646820" y="2705892"/>
            <a:ext cx="9300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MIN =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9F39F3-1DA1-462D-37AB-B6DF4511CE93}"/>
              </a:ext>
            </a:extLst>
          </p:cNvPr>
          <p:cNvSpPr txBox="1"/>
          <p:nvPr/>
        </p:nvSpPr>
        <p:spPr>
          <a:xfrm>
            <a:off x="5080260" y="3802642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|8-12| = 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A4D94B-6861-C754-F208-0BD43AA339C1}"/>
              </a:ext>
            </a:extLst>
          </p:cNvPr>
          <p:cNvSpPr txBox="1"/>
          <p:nvPr/>
        </p:nvSpPr>
        <p:spPr>
          <a:xfrm>
            <a:off x="6125930" y="4345318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|8-10| = 2</a:t>
            </a:r>
          </a:p>
        </p:txBody>
      </p:sp>
    </p:spTree>
    <p:extLst>
      <p:ext uri="{BB962C8B-B14F-4D97-AF65-F5344CB8AC3E}">
        <p14:creationId xmlns:p14="http://schemas.microsoft.com/office/powerpoint/2010/main" val="900047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2059-587B-1D02-B220-C07043A5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AF7BBA7-F355-D57F-76AE-9B29F8C10A78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2AA920A-F396-AF7F-2D80-0C125F41BF8B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181F90-E902-689E-F24F-3206C848EAD2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B094DA-8AB1-2667-D309-1FBF94F7654C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76DEFF-D425-937C-7B70-6000A4CFC867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A8EA68B-3709-1AE4-B891-08ADED1B0AE3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47541C9-4D2D-8CA9-FF73-AE6F530705C1}"/>
              </a:ext>
            </a:extLst>
          </p:cNvPr>
          <p:cNvGraphicFramePr>
            <a:graphicFrameLocks noGrp="1"/>
          </p:cNvGraphicFramePr>
          <p:nvPr/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F20CB0D4-9E3C-0E17-70B2-9830A6AAF620}"/>
              </a:ext>
            </a:extLst>
          </p:cNvPr>
          <p:cNvGraphicFramePr>
            <a:graphicFrameLocks noGrp="1"/>
          </p:cNvGraphicFramePr>
          <p:nvPr/>
        </p:nvGraphicFramePr>
        <p:xfrm>
          <a:off x="4105254" y="293776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74E0ED04-E787-DF46-A63A-EF414194B174}"/>
              </a:ext>
            </a:extLst>
          </p:cNvPr>
          <p:cNvGraphicFramePr>
            <a:graphicFrameLocks noGrp="1"/>
          </p:cNvGraphicFramePr>
          <p:nvPr/>
        </p:nvGraphicFramePr>
        <p:xfrm>
          <a:off x="5150924" y="3444632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F4BC9137-EC81-AA38-9806-BED9D94B4C8D}"/>
              </a:ext>
            </a:extLst>
          </p:cNvPr>
          <p:cNvGraphicFramePr>
            <a:graphicFrameLocks noGrp="1"/>
          </p:cNvGraphicFramePr>
          <p:nvPr/>
        </p:nvGraphicFramePr>
        <p:xfrm>
          <a:off x="6161262" y="39570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60E75D21-C19E-14E1-4226-910B343AE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93488"/>
              </p:ext>
            </p:extLst>
          </p:nvPr>
        </p:nvGraphicFramePr>
        <p:xfrm>
          <a:off x="7151023" y="437915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33497008-D200-BA5B-8806-F15A67946AC2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33EEB6E0-0334-C1C8-26D5-8E2F432DF006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A5C9BA2-A7F8-6D0C-28C9-BCE7CD3B30F6}"/>
              </a:ext>
            </a:extLst>
          </p:cNvPr>
          <p:cNvSpPr txBox="1"/>
          <p:nvPr/>
        </p:nvSpPr>
        <p:spPr>
          <a:xfrm>
            <a:off x="4069922" y="336472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|8-15| = 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DC83C8B-8D11-76F6-D643-7C627D98C4EC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A09827-FCDC-3CD0-32FB-74DC8176FA15}"/>
              </a:ext>
            </a:extLst>
          </p:cNvPr>
          <p:cNvSpPr txBox="1"/>
          <p:nvPr/>
        </p:nvSpPr>
        <p:spPr>
          <a:xfrm>
            <a:off x="5080260" y="3802642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|8-12| = 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262688F-383C-BC2B-FB4D-D8344A14960F}"/>
              </a:ext>
            </a:extLst>
          </p:cNvPr>
          <p:cNvSpPr txBox="1"/>
          <p:nvPr/>
        </p:nvSpPr>
        <p:spPr>
          <a:xfrm>
            <a:off x="6125930" y="4345318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|8-10| = 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31301D-DE11-FD96-9C90-B2DD0E38E4F5}"/>
              </a:ext>
            </a:extLst>
          </p:cNvPr>
          <p:cNvSpPr txBox="1"/>
          <p:nvPr/>
        </p:nvSpPr>
        <p:spPr>
          <a:xfrm>
            <a:off x="7069839" y="4735009"/>
            <a:ext cx="95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|8-1| = 7</a:t>
            </a:r>
          </a:p>
        </p:txBody>
      </p:sp>
    </p:spTree>
    <p:extLst>
      <p:ext uri="{BB962C8B-B14F-4D97-AF65-F5344CB8AC3E}">
        <p14:creationId xmlns:p14="http://schemas.microsoft.com/office/powerpoint/2010/main" val="3775033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5BB2-BD2C-2005-5F5C-DF49B5FC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6949784-3AED-2A35-E119-2C799A23E3B6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8B591AB-7246-C7D6-3DEC-043027D1AD2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9CB43B-4A5B-DB2C-8B68-ED55D20F2345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FC154F7-C1C4-6421-7253-024F797CF434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8164F7-6F55-6502-1142-7E030B8B55B6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748BFA-162F-61E4-DC89-948EBD52EC2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44B483B-47DE-A6EA-0047-DC188329C5A1}"/>
              </a:ext>
            </a:extLst>
          </p:cNvPr>
          <p:cNvGraphicFramePr>
            <a:graphicFrameLocks noGrp="1"/>
          </p:cNvGraphicFramePr>
          <p:nvPr/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DE0B29B-9CA5-2E4D-F5C2-63A2CC968E51}"/>
              </a:ext>
            </a:extLst>
          </p:cNvPr>
          <p:cNvGraphicFramePr>
            <a:graphicFrameLocks noGrp="1"/>
          </p:cNvGraphicFramePr>
          <p:nvPr/>
        </p:nvGraphicFramePr>
        <p:xfrm>
          <a:off x="4105254" y="293776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4037343D-7722-4B77-FBA1-07A922B2EAE6}"/>
              </a:ext>
            </a:extLst>
          </p:cNvPr>
          <p:cNvGraphicFramePr>
            <a:graphicFrameLocks noGrp="1"/>
          </p:cNvGraphicFramePr>
          <p:nvPr/>
        </p:nvGraphicFramePr>
        <p:xfrm>
          <a:off x="5150924" y="3444632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0E34F7A9-8096-9AD8-75B1-654A7E7C8474}"/>
              </a:ext>
            </a:extLst>
          </p:cNvPr>
          <p:cNvGraphicFramePr>
            <a:graphicFrameLocks noGrp="1"/>
          </p:cNvGraphicFramePr>
          <p:nvPr/>
        </p:nvGraphicFramePr>
        <p:xfrm>
          <a:off x="6161262" y="39570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6F44A4E3-3642-9037-C974-8B60DB238A29}"/>
              </a:ext>
            </a:extLst>
          </p:cNvPr>
          <p:cNvGraphicFramePr>
            <a:graphicFrameLocks noGrp="1"/>
          </p:cNvGraphicFramePr>
          <p:nvPr/>
        </p:nvGraphicFramePr>
        <p:xfrm>
          <a:off x="7151023" y="437915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268BC17C-6383-52EE-3CDB-D823B80F2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4673"/>
              </p:ext>
            </p:extLst>
          </p:nvPr>
        </p:nvGraphicFramePr>
        <p:xfrm>
          <a:off x="8161361" y="4783840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805DDA48-C932-3DF8-2AC1-B0AAAA71820F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ED9F1010-7F68-F749-7CED-F1052A374CCE}"/>
              </a:ext>
            </a:extLst>
          </p:cNvPr>
          <p:cNvSpPr txBox="1"/>
          <p:nvPr/>
        </p:nvSpPr>
        <p:spPr>
          <a:xfrm>
            <a:off x="4069922" y="336472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|8-15| = 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FFEB8A-98D2-6718-A8B8-9856AE332425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2FAAA8-3F75-B078-36FA-D905C8BC26F0}"/>
              </a:ext>
            </a:extLst>
          </p:cNvPr>
          <p:cNvSpPr txBox="1"/>
          <p:nvPr/>
        </p:nvSpPr>
        <p:spPr>
          <a:xfrm>
            <a:off x="5080260" y="3802642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|8-12| = 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14F16C-C087-9350-98FF-9AE4C90BA857}"/>
              </a:ext>
            </a:extLst>
          </p:cNvPr>
          <p:cNvSpPr txBox="1"/>
          <p:nvPr/>
        </p:nvSpPr>
        <p:spPr>
          <a:xfrm>
            <a:off x="6125930" y="4345318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|8-10| = 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1D848DC-BABE-0EA7-8CC7-421F27D64F88}"/>
              </a:ext>
            </a:extLst>
          </p:cNvPr>
          <p:cNvSpPr txBox="1"/>
          <p:nvPr/>
        </p:nvSpPr>
        <p:spPr>
          <a:xfrm>
            <a:off x="7069839" y="4735009"/>
            <a:ext cx="95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|8-1| = 7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A6E5748-34A2-88C5-0F36-B38C45AE213C}"/>
              </a:ext>
            </a:extLst>
          </p:cNvPr>
          <p:cNvSpPr txBox="1"/>
          <p:nvPr/>
        </p:nvSpPr>
        <p:spPr>
          <a:xfrm>
            <a:off x="8002598" y="5188521"/>
            <a:ext cx="132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|8-100| = 92</a:t>
            </a:r>
          </a:p>
        </p:txBody>
      </p:sp>
    </p:spTree>
    <p:extLst>
      <p:ext uri="{BB962C8B-B14F-4D97-AF65-F5344CB8AC3E}">
        <p14:creationId xmlns:p14="http://schemas.microsoft.com/office/powerpoint/2010/main" val="4087682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D0E0-8298-9FD2-B4AA-6BE4253E3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7C43942-BE5A-04A8-448A-F8689A02A9AB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6D53B86-25A7-9DA1-A4DA-4A767AD52FE7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1011EC-69B0-43DA-F136-5481A6E4D593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8A0A70-5D49-FC45-2595-147E3FCE88A9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3CE8001-80D6-C510-4E14-52D7DC4E0151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BDC0297-AD0E-36F3-B68E-2A81B1DE6540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B149882-2CD4-9190-72B8-3C257B42EADE}"/>
              </a:ext>
            </a:extLst>
          </p:cNvPr>
          <p:cNvGraphicFramePr>
            <a:graphicFrameLocks noGrp="1"/>
          </p:cNvGraphicFramePr>
          <p:nvPr/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BC910EAF-C3CD-3A14-83AE-BD9E6982B510}"/>
              </a:ext>
            </a:extLst>
          </p:cNvPr>
          <p:cNvGraphicFramePr>
            <a:graphicFrameLocks noGrp="1"/>
          </p:cNvGraphicFramePr>
          <p:nvPr/>
        </p:nvGraphicFramePr>
        <p:xfrm>
          <a:off x="4105254" y="293776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C8C8D6D-F0AF-F5EF-3CCD-B24FD2B98C6E}"/>
              </a:ext>
            </a:extLst>
          </p:cNvPr>
          <p:cNvGraphicFramePr>
            <a:graphicFrameLocks noGrp="1"/>
          </p:cNvGraphicFramePr>
          <p:nvPr/>
        </p:nvGraphicFramePr>
        <p:xfrm>
          <a:off x="5150924" y="3444632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E2B8973E-8EC9-7F5B-B4E4-7CA2224D839A}"/>
              </a:ext>
            </a:extLst>
          </p:cNvPr>
          <p:cNvGraphicFramePr>
            <a:graphicFrameLocks noGrp="1"/>
          </p:cNvGraphicFramePr>
          <p:nvPr/>
        </p:nvGraphicFramePr>
        <p:xfrm>
          <a:off x="6161262" y="39570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EAA8FDB-E6BF-1CC1-EF98-5873CDB478E2}"/>
              </a:ext>
            </a:extLst>
          </p:cNvPr>
          <p:cNvGraphicFramePr>
            <a:graphicFrameLocks noGrp="1"/>
          </p:cNvGraphicFramePr>
          <p:nvPr/>
        </p:nvGraphicFramePr>
        <p:xfrm>
          <a:off x="7151023" y="4379159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570FA785-2EFC-7CB4-950E-6E0CED898968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4783840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3667D816-0922-9BCA-D5FC-9888AECE2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014051"/>
              </p:ext>
            </p:extLst>
          </p:nvPr>
        </p:nvGraphicFramePr>
        <p:xfrm>
          <a:off x="9247101" y="545661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6888D70-BE8F-4295-6B68-273AA909F70C}"/>
              </a:ext>
            </a:extLst>
          </p:cNvPr>
          <p:cNvSpPr txBox="1"/>
          <p:nvPr/>
        </p:nvSpPr>
        <p:spPr>
          <a:xfrm>
            <a:off x="4069922" y="336472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|8-15| = 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2DF93A-C231-F7CE-F1CA-77010EE1B51D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7C89C9-E27C-593A-5170-53DAA1F17053}"/>
              </a:ext>
            </a:extLst>
          </p:cNvPr>
          <p:cNvSpPr txBox="1"/>
          <p:nvPr/>
        </p:nvSpPr>
        <p:spPr>
          <a:xfrm>
            <a:off x="5080260" y="3802642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|8-12| = 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5E4077B-82A8-0F35-E979-490EEFE7758B}"/>
              </a:ext>
            </a:extLst>
          </p:cNvPr>
          <p:cNvSpPr txBox="1"/>
          <p:nvPr/>
        </p:nvSpPr>
        <p:spPr>
          <a:xfrm>
            <a:off x="6125930" y="4345318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|8-10| = 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01ED3A-FC0F-8F15-E4A2-D8EC4EE27BDB}"/>
              </a:ext>
            </a:extLst>
          </p:cNvPr>
          <p:cNvSpPr txBox="1"/>
          <p:nvPr/>
        </p:nvSpPr>
        <p:spPr>
          <a:xfrm>
            <a:off x="7069839" y="4735009"/>
            <a:ext cx="95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|8-1| = 7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456AE36-D676-782A-72FB-5CC7FAAF36A9}"/>
              </a:ext>
            </a:extLst>
          </p:cNvPr>
          <p:cNvSpPr txBox="1"/>
          <p:nvPr/>
        </p:nvSpPr>
        <p:spPr>
          <a:xfrm>
            <a:off x="8002598" y="5188521"/>
            <a:ext cx="132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|8-100| = 92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EBF54F7-D180-28CA-AA0A-4318276EF92A}"/>
              </a:ext>
            </a:extLst>
          </p:cNvPr>
          <p:cNvSpPr txBox="1"/>
          <p:nvPr/>
        </p:nvSpPr>
        <p:spPr>
          <a:xfrm>
            <a:off x="9141365" y="5825945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|8-20| = 12</a:t>
            </a:r>
          </a:p>
        </p:txBody>
      </p:sp>
    </p:spTree>
    <p:extLst>
      <p:ext uri="{BB962C8B-B14F-4D97-AF65-F5344CB8AC3E}">
        <p14:creationId xmlns:p14="http://schemas.microsoft.com/office/powerpoint/2010/main" val="4163939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FD47-C125-22A8-17D3-34CD9332C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073B539-91C2-B187-C1CC-5C8AF3911279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1BA0C8F-68F0-E666-6D72-E2749AB58D55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91250D-07EB-8632-0E7E-62137C45160F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21CF292-1E04-09F9-9D95-D08E8AC34FB1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0D9741B-D660-2359-8663-B9E4D878DEAE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B9FB773-0C1A-DD24-EC11-8A1A4238E309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8E0A6D1-B41F-B897-E93F-6E78E181A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11063"/>
              </p:ext>
            </p:extLst>
          </p:nvPr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831E087D-ADE1-3F6B-3D7F-4280CD7A7A9A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AC4A8DC4-94F4-A2DB-AF40-D7BCA361F135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0F3E6089-AC1D-7D58-7F43-FF678F91E168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618825D-316E-AC14-9E59-F47AB1A278EE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EF548791-F0D0-98F4-CBB4-64C568963EFB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03F716DE-3870-4891-0CA8-8F2E13A21FFA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9F5D5D5-0900-5FD2-9D1E-10EB36AE44ED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2039757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677C-BF6A-926D-CEBA-FAFCF8CD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0730127-439B-5C46-367F-E26505230118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510341A-A2F4-D426-19AF-D8CD028BC3CB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001501E-6D22-906A-D889-A21B005E775B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2BBCE4-44D0-69FA-0857-9FCEF2BC8047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08DA6E6-3E5B-2A92-48D0-4BA2DF2D3985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65BCD1E-17A0-7AA4-7E32-3E5F8313BF8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878E5FB-2C2C-D330-CB48-108E3723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816421"/>
              </p:ext>
            </p:extLst>
          </p:nvPr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816EE574-0E19-02D2-FD0F-3E151237B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832928"/>
              </p:ext>
            </p:extLst>
          </p:nvPr>
        </p:nvGraphicFramePr>
        <p:xfrm>
          <a:off x="4094734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DBBA493D-666F-CBB9-9387-86CF83E86236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505E8173-F421-046D-95EC-1395D2130815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7FCB03C-B6F5-DDD3-680E-B7386A94445C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ADBA043-B833-2019-F9E5-A29D477CF8C4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58BDDB84-5633-9296-9650-0354D54CB365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E818CA9-BA1B-F315-7ADB-5434570B057E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589842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6C27-A8E1-49EE-343E-74ECC37D8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EF00E4D-F2B2-6F36-F874-65C11CDBFD50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7ABB2E7E-1D92-E726-AE8B-590AB1DBA33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4A4153-9779-D066-1057-25A19E6D387B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DDB35-8D5C-C922-190B-BB9756A88BA9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97546C-CD66-4FB5-01BF-6846E676F04D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601C457-60F6-4645-5DAC-E44EC543E465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2E68AB-D983-1786-1D80-0F90CEC5A5C0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361B8D6E-E031-1992-A0E0-8F71805303F8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E846350C-201E-4EA7-337A-C023B0ECC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847295"/>
              </p:ext>
            </p:extLst>
          </p:nvPr>
        </p:nvGraphicFramePr>
        <p:xfrm>
          <a:off x="5107122" y="256252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4D8AB5B-A5CF-DEA3-AE40-CDE24EF21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17500"/>
              </p:ext>
            </p:extLst>
          </p:nvPr>
        </p:nvGraphicFramePr>
        <p:xfrm>
          <a:off x="6130165" y="3042915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BDDBC8E-17B9-58AD-D90E-492429BBF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121046"/>
              </p:ext>
            </p:extLst>
          </p:nvPr>
        </p:nvGraphicFramePr>
        <p:xfrm>
          <a:off x="7151023" y="3584554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2F6B57A2-DA3F-89C0-8B49-166889EB7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780581"/>
              </p:ext>
            </p:extLst>
          </p:nvPr>
        </p:nvGraphicFramePr>
        <p:xfrm>
          <a:off x="8161361" y="4121757"/>
          <a:ext cx="101033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127409D-DD31-9CE9-9266-D2373378C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435892"/>
              </p:ext>
            </p:extLst>
          </p:nvPr>
        </p:nvGraphicFramePr>
        <p:xfrm>
          <a:off x="9171699" y="4653880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C48097D-373B-EC93-9043-75DC4AEBE019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708A7C-2D2F-7DC4-4CB9-8E9DFF822D70}"/>
              </a:ext>
            </a:extLst>
          </p:cNvPr>
          <p:cNvSpPr txBox="1"/>
          <p:nvPr/>
        </p:nvSpPr>
        <p:spPr>
          <a:xfrm>
            <a:off x="4925733" y="2959781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|15-12| =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52A28C-EFFB-D5EF-66D8-782E9652D0B7}"/>
              </a:ext>
            </a:extLst>
          </p:cNvPr>
          <p:cNvSpPr txBox="1"/>
          <p:nvPr/>
        </p:nvSpPr>
        <p:spPr>
          <a:xfrm>
            <a:off x="5936071" y="3542534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|15-10| = 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E12F76A-B3F8-443B-4658-89D6D9A9B546}"/>
              </a:ext>
            </a:extLst>
          </p:cNvPr>
          <p:cNvSpPr txBox="1"/>
          <p:nvPr/>
        </p:nvSpPr>
        <p:spPr>
          <a:xfrm>
            <a:off x="6956929" y="4078229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|15-1| = 14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3F0CC3D-4612-61D6-2B92-AC83BED201A5}"/>
              </a:ext>
            </a:extLst>
          </p:cNvPr>
          <p:cNvSpPr txBox="1"/>
          <p:nvPr/>
        </p:nvSpPr>
        <p:spPr>
          <a:xfrm>
            <a:off x="7720404" y="4613924"/>
            <a:ext cx="145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|15-100| = 85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3255EE-5498-1673-49A5-17F24F5121A2}"/>
              </a:ext>
            </a:extLst>
          </p:cNvPr>
          <p:cNvSpPr txBox="1"/>
          <p:nvPr/>
        </p:nvSpPr>
        <p:spPr>
          <a:xfrm>
            <a:off x="9065963" y="5051193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|15-20| = 5</a:t>
            </a:r>
          </a:p>
        </p:txBody>
      </p:sp>
    </p:spTree>
    <p:extLst>
      <p:ext uri="{BB962C8B-B14F-4D97-AF65-F5344CB8AC3E}">
        <p14:creationId xmlns:p14="http://schemas.microsoft.com/office/powerpoint/2010/main" val="174681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A747-B903-479D-3E98-E71B9DA6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0169DCE-135E-045C-0B3B-537ECA2B70A1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1B7DA26A-6D6D-536B-24BC-4A7F830FBBE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06B227-024D-40B0-937B-0206F4A13369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42AF62C-876E-DA51-5B50-B705B6AA4FF1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1D3D2AE-8969-2DC9-60C1-AF87BA7FD220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34B8E0-20FB-90EC-938E-47EE23BCD05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1CA80F0-84B8-4FD4-FD5B-7813798295E3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69CC986A-1E57-C138-14F0-EE39249EC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26843"/>
              </p:ext>
            </p:extLst>
          </p:nvPr>
        </p:nvGraphicFramePr>
        <p:xfrm>
          <a:off x="4094734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F7DEBA4E-F447-A19C-E029-150997D58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772439"/>
              </p:ext>
            </p:extLst>
          </p:nvPr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749081F-5E9A-2723-34B7-741DAA9592B1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EB222114-E6A7-DC8A-CBD7-00A96E5D5D6A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FA9B5234-0692-D96A-E50C-9F01FFEDABFE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0DD09AEA-D9CE-9C48-6953-4E9BFE5CF12D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B12194E-DF2F-FC41-DFF0-157733438EA8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394217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39D72-BD4B-C240-AD81-2F507234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C53FEE3-BB79-1ABD-2CDE-36C979C45AD3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1FE6E0D-0345-5F10-5843-E225590857A7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6C821C-7E9E-DF7B-02A6-91D98FEFED9D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80C7463-3732-35CA-C1AF-E8DA734013C4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D984A7-9072-8C89-CCCD-F63311230218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C2D1E9-6C31-E977-89C2-B1B628525DE1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365C659-1182-CFA2-D6AA-75EDAEC3AE51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5096EA8E-627F-698B-4CE2-447FD0823D8F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B5516B13-EFB3-68C3-5689-B672DBCD79DC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F3589892-2DF8-D8C5-F490-F4E6EAA04A44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CB1A9A38-54BB-CCA7-F6CA-DC50C73A36DB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4F0DF0B-9AA9-EEA8-FE38-0D86BCC249C8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04338B80-1475-222C-4F8C-25266AC0E72B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4422F022-1DF4-388E-EF3A-7C85789F1D09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46000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4019-5910-4E5D-A6D7-96C06A9A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51BA2BB-C726-02B8-5C25-F38F1347801B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D1CF69F-1EC2-4CE9-E87D-1DB2CEA6ACA7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B50410-E8FE-94D4-390A-47EF73725611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AE37FA-3E2C-51FF-39D5-9E815431DAA3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0315171-5C3D-0A28-BB7E-1C602736BE74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FCEF974-5EA6-F8E8-68BE-E82597129F1E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509E79E-8180-9AAF-29E1-EC91C5A77ACC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94302FA3-B5D7-A28A-1155-750AC70C4F48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B4DF9B2F-5AAB-F0BB-34E0-64AD92130928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A1E7A49A-CC43-2CA5-B195-DED2F4C47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67833"/>
              </p:ext>
            </p:extLst>
          </p:nvPr>
        </p:nvGraphicFramePr>
        <p:xfrm>
          <a:off x="6096000" y="2694212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C9361A0-1F75-ECEF-0AB1-9637BADDE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159471"/>
              </p:ext>
            </p:extLst>
          </p:nvPr>
        </p:nvGraphicFramePr>
        <p:xfrm>
          <a:off x="7106338" y="3084610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97682CE-EF8F-8722-193A-6B5402047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58634"/>
              </p:ext>
            </p:extLst>
          </p:nvPr>
        </p:nvGraphicFramePr>
        <p:xfrm>
          <a:off x="8116676" y="3535684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D292C58-4D24-8D01-8F12-7E067D3BE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40080"/>
              </p:ext>
            </p:extLst>
          </p:nvPr>
        </p:nvGraphicFramePr>
        <p:xfrm>
          <a:off x="9127014" y="3986758"/>
          <a:ext cx="101033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8FB301E-A933-FEF8-D5D6-E469C4C9D889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675A10-B3B4-CFEC-B9B1-95D7E09C8E75}"/>
              </a:ext>
            </a:extLst>
          </p:cNvPr>
          <p:cNvSpPr txBox="1"/>
          <p:nvPr/>
        </p:nvSpPr>
        <p:spPr>
          <a:xfrm>
            <a:off x="5901906" y="3099600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|12-10| = 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BC07A8-41A2-CD36-54BC-CF7A63F1D0DF}"/>
              </a:ext>
            </a:extLst>
          </p:cNvPr>
          <p:cNvSpPr txBox="1"/>
          <p:nvPr/>
        </p:nvSpPr>
        <p:spPr>
          <a:xfrm>
            <a:off x="6912244" y="3503480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|12-1| = 11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945D5A4-0251-9398-697E-5126A4809FFE}"/>
              </a:ext>
            </a:extLst>
          </p:cNvPr>
          <p:cNvSpPr txBox="1"/>
          <p:nvPr/>
        </p:nvSpPr>
        <p:spPr>
          <a:xfrm>
            <a:off x="7675719" y="3938728"/>
            <a:ext cx="145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|12-100| = 88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DD9F71-205C-3A7B-6617-84F6C6B974DA}"/>
              </a:ext>
            </a:extLst>
          </p:cNvPr>
          <p:cNvSpPr txBox="1"/>
          <p:nvPr/>
        </p:nvSpPr>
        <p:spPr>
          <a:xfrm>
            <a:off x="8906535" y="4429600"/>
            <a:ext cx="145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|20-100| = 80</a:t>
            </a:r>
          </a:p>
        </p:txBody>
      </p:sp>
    </p:spTree>
    <p:extLst>
      <p:ext uri="{BB962C8B-B14F-4D97-AF65-F5344CB8AC3E}">
        <p14:creationId xmlns:p14="http://schemas.microsoft.com/office/powerpoint/2010/main" val="1314399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4048-1FB0-586C-79C3-ED7B8DF5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08471E8-BBAF-1590-0131-134D4D346795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7B493DB7-E0D4-70F0-E0F3-1353B0151D1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9A8429-9C51-57EA-9ACC-FF1D6A8D8639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F6FC03-9A33-A137-DF9F-3B5E9FA0C34A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94C00B3-BDB9-8F0B-B4BE-C312E7DB57D4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751CDB9-73C6-6EA1-5149-24CF967ACF80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28007A5-22E5-D423-95BB-E462BC77BE66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124CF490-A0EF-EF95-2BDE-593974729268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4B6F48E-2B78-934A-0DCC-1819E2E86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924394"/>
              </p:ext>
            </p:extLst>
          </p:nvPr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3407C43B-D224-AE40-DA62-0ABB6194F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136979"/>
              </p:ext>
            </p:extLst>
          </p:nvPr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0A36BD49-8A44-BF61-4882-ECEFF7BDCE62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80C13F8F-3612-B0EB-2D89-E5637F7011A2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B5F06E8C-B46E-800F-A01E-F4183BA3E1EF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9156D6E-EC48-8AC6-40D8-D4A455EC7B7C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4037605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5E1D2-E776-281C-AC89-36D5673AA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6AEFEA3-BF3B-3ADB-71CF-559309818B10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11639A3-08F3-E8B3-91A1-7B5B8304E35A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682576-42C3-E750-37EA-BA457D7AC18B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8BF77D-B943-6DD3-4DF9-CF58F634A8C9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8B3A81-93A4-29B0-A09B-516521F92064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49A89D1-E896-B6CF-E066-AEC733BF4A9B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295C81A-F807-2B31-12BC-7B1EFBBA1FB8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F20AD53F-9AFC-817D-15A7-BCA11127AE85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04622B4F-D83D-D8AD-BA18-61B296E81DB2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35BE57FA-FA17-FDAA-0CD0-979DF91B88A1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A0F45BC-EFB8-5458-3F7E-7DCF51956022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7C0A44E-0004-6D76-1EC5-76026E20DD77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7A785AA-A58D-CB43-D826-A15D9D2854BB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138A729-9E1A-A1EF-3B40-95B060B9E960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267641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F4046-9931-4ED6-3EC1-96CC09D3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73FA122-268C-334E-F6E3-F20843F5DD12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99123C99-457A-B856-967C-7CD3B84C775E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17248C-863E-CFE0-5702-EB9CA291F5C2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528F6EC-5235-BF61-ABE8-AC338ECC0A3B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7D579E-9E17-9675-F2F3-EA330542FF27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F89DB08-B977-A70B-B3BA-FFA34363654F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45D2CD7-B5D4-2BEE-E7E8-989F62219E9A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C34C672-900B-7B48-5DCF-0904A4C8F7C1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A280F2CE-8B96-915B-685D-E1096E3616DE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22717804-F3B9-18B4-E0E5-128C5655B756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292054FF-850F-3AEC-92F7-4349A7D71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087294"/>
              </p:ext>
            </p:extLst>
          </p:nvPr>
        </p:nvGraphicFramePr>
        <p:xfrm>
          <a:off x="7140503" y="2566022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59BBC6F4-ED74-F35F-5DE7-47D5CC0FB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37783"/>
              </p:ext>
            </p:extLst>
          </p:nvPr>
        </p:nvGraphicFramePr>
        <p:xfrm>
          <a:off x="8150841" y="2990295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E38CF482-D42C-C4AF-F76E-5520ADAE8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247765"/>
              </p:ext>
            </p:extLst>
          </p:nvPr>
        </p:nvGraphicFramePr>
        <p:xfrm>
          <a:off x="9161179" y="3444246"/>
          <a:ext cx="101033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F8AB5CE-84D1-C206-BF95-378B06C850DC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6877BA-F6C8-7CFD-D550-BDE90AF93A32}"/>
              </a:ext>
            </a:extLst>
          </p:cNvPr>
          <p:cNvSpPr txBox="1"/>
          <p:nvPr/>
        </p:nvSpPr>
        <p:spPr>
          <a:xfrm>
            <a:off x="7069839" y="2991803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|10-1| = 9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24C8A1-6C4B-7C36-E6AD-F4DB9A89C77E}"/>
              </a:ext>
            </a:extLst>
          </p:cNvPr>
          <p:cNvSpPr txBox="1"/>
          <p:nvPr/>
        </p:nvSpPr>
        <p:spPr>
          <a:xfrm>
            <a:off x="7709884" y="3444246"/>
            <a:ext cx="145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|10-100| = 90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4EEAC95-F925-50D9-2A0D-154368E2AEA0}"/>
              </a:ext>
            </a:extLst>
          </p:cNvPr>
          <p:cNvSpPr txBox="1"/>
          <p:nvPr/>
        </p:nvSpPr>
        <p:spPr>
          <a:xfrm>
            <a:off x="8940700" y="3893117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|10-20| = 10</a:t>
            </a:r>
          </a:p>
        </p:txBody>
      </p:sp>
    </p:spTree>
    <p:extLst>
      <p:ext uri="{BB962C8B-B14F-4D97-AF65-F5344CB8AC3E}">
        <p14:creationId xmlns:p14="http://schemas.microsoft.com/office/powerpoint/2010/main" val="2168975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CD8C-6F3D-6007-EFA2-105C893B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28B08ED-E28B-C699-576B-34BC549FAE50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123084EF-99C7-03F0-3AE3-86BBFA0D19C3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A8FF8E-6863-B8C9-6B58-BFBA8655CCBC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38721B-2590-D331-F75F-AD90D4018090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C5FA3A-E813-1C1A-119D-CCA4FBAC975B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2DFDC2-EB4E-2BD8-9E9A-259ED1F6836D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D43CD7A-30D6-8FAB-B299-3A260D3FCA6A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C1C89DD-FFE3-6797-DC5B-C0908B7B4ADA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26C5B1F-1B9F-4496-3D93-DC6493B49307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E18CAEC2-0097-45C6-E9C9-9CB60D7F9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60192"/>
              </p:ext>
            </p:extLst>
          </p:nvPr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77894F8-2027-A736-A933-EC2869BBC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45092"/>
              </p:ext>
            </p:extLst>
          </p:nvPr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D5A542B2-475B-25BD-4C85-9911D725B315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A7E8E05E-EA71-55B8-F3A7-2137E7801BE4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DD2795E-30B7-FA54-FD25-D643E88F15EB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363789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97D3A-1B90-BDD5-5EB6-63009C56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057F9BF-A13E-31D9-B8D4-7B053E560AF0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4292072-3228-E2D3-6FA9-7F56F7481905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A1C046-CD49-F6E4-C8FD-4BCB4ACACFE7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E4E32A-4A5F-33FE-52F1-7EA07FAFD589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0BA36CD-F2C1-E550-7DEA-7442FBA9EB0F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57CC131-E1EA-6CA2-3838-C22E7DDA88B1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C3E8590-CA30-0AC3-7D3F-BBDF365E1AD0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4EAEDA81-32AF-96E8-1C62-8BC743C64E03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E646AC19-6FA4-0846-1124-4BC792A399F7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F57B6341-C2CD-2671-562C-9804AF7E2878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C7B064F6-687B-3E20-1332-F41607E38AB8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3C31B225-1FFD-AD93-A2BE-BF2168BEE238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90CF2D58-55D4-D556-9BE4-A6FEF677579C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DE722A-1257-F0AB-899D-CCBB32458C11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940055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687E-C554-3C65-A0A4-6422E72E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3C6B241-AA58-6C80-F463-5DB00D4DD53C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4882E85-7E7B-2274-9C53-801877A3A679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BBEC45-4052-E695-A877-AAAA535F3A06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27F48A-35E4-9232-CA76-2C8504629033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A2D029-1EF2-0DEC-9FEF-341EDF41A590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7D2AC2-5A14-9D7D-225B-06EFA50A4103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1C1EE2B-C4DF-99F4-5F13-6D39BFB2EDFA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97C231E8-1404-35C2-3DCB-FB6B60E0C7CD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801EE0E3-BC99-CA5B-DC2D-9DCA7BC99C71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5592A221-BB09-3BFE-FEB8-DA36C973AFD8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C455E76-21A8-6B34-FCB4-2FEB81B5E5D8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6625136A-600D-7701-EECF-88415073E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387783"/>
              </p:ext>
            </p:extLst>
          </p:nvPr>
        </p:nvGraphicFramePr>
        <p:xfrm>
          <a:off x="8156891" y="27133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80196ED-8B3E-84B2-7B1C-530AE99A6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128223"/>
              </p:ext>
            </p:extLst>
          </p:nvPr>
        </p:nvGraphicFramePr>
        <p:xfrm>
          <a:off x="9162657" y="3082705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4279B2A-3B85-2532-C33B-4C13B1338CD0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5A0D57-DC40-4931-C081-F0149CD86968}"/>
              </a:ext>
            </a:extLst>
          </p:cNvPr>
          <p:cNvSpPr txBox="1"/>
          <p:nvPr/>
        </p:nvSpPr>
        <p:spPr>
          <a:xfrm>
            <a:off x="7834793" y="3097695"/>
            <a:ext cx="132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|1-100| = 99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CCC4ADE-4008-AA21-D181-ECD0C9ABB1ED}"/>
              </a:ext>
            </a:extLst>
          </p:cNvPr>
          <p:cNvSpPr txBox="1"/>
          <p:nvPr/>
        </p:nvSpPr>
        <p:spPr>
          <a:xfrm>
            <a:off x="9003894" y="347638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|1-20| = 19</a:t>
            </a:r>
          </a:p>
        </p:txBody>
      </p:sp>
    </p:spTree>
    <p:extLst>
      <p:ext uri="{BB962C8B-B14F-4D97-AF65-F5344CB8AC3E}">
        <p14:creationId xmlns:p14="http://schemas.microsoft.com/office/powerpoint/2010/main" val="2486627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E26F-6F12-A79B-2ACC-975AEA49A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0FCBBE2-9C18-035D-5C1D-6F770D4CCCF6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DC07442-7A3B-6B57-4C15-1D7C91369057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61983C-63F0-10E1-EE07-B5D48E7533A7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8B4CD0-EE79-A386-6D70-E45DBDAB4F1F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3432817-64C8-C9FA-69AE-5B8BDAD218EC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177F212-62E3-DF34-8998-9534B92CA9C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A4EB76C-08E0-ADB5-A516-325F7D31EFEE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15379310-C526-876C-B4A7-E5ABB8F35D02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823EC3CB-F49C-766D-BE63-99722E93C784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95B2AAE6-FF0E-2CCC-8E75-68F35372BF24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633ED31-52D6-1EB6-6B2E-C2038EBFA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909770"/>
              </p:ext>
            </p:extLst>
          </p:nvPr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FEEC1F4E-2A54-26D2-1656-2C26B43B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10156"/>
              </p:ext>
            </p:extLst>
          </p:nvPr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B4841D0-3FFB-EBCA-C75E-C51C5CDDE5FE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A217797-20E9-7DFC-0B2B-3215C13F9FFB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2982328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E8D4-27E0-F38D-C360-3627D028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4A3646A-5036-BAEF-3612-9AC6E72F9C5D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A36FE18-BD1E-6A63-71C0-5744538AB5F5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CB0BC5-4E1B-D5BF-3855-7E46F7EA5E91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826FBF-9027-E90F-B4A2-9872A8093063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287AE2-6CB1-ED37-3E2A-44949DE7F2E5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77EEB40-8AA6-B17C-E663-DC6DF765AB9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824403D-B3BB-741C-D7EB-1026AD4F29C0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F33C0D0F-92D7-659C-70A4-972945FA556B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E590FE6-63DF-087D-2EC6-D05F470EF7B6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56406F7D-5FC9-2B5F-5D3D-CA0D395DC126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85921C10-25C8-AF40-65C8-872FD601B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233054"/>
              </p:ext>
            </p:extLst>
          </p:nvPr>
        </p:nvGraphicFramePr>
        <p:xfrm>
          <a:off x="714050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73A19EBA-4944-FB1C-96E0-056B56720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929586"/>
              </p:ext>
            </p:extLst>
          </p:nvPr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0D3AF846-E077-822F-97B8-C5DEE9800EE9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74070228-3073-C685-23E3-D00D8C03AFAE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698199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D9EE-8216-B30A-EDCA-23BE70F9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B5FA46F-6CDC-F318-CF3F-4C78CE359BF5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6A85AAA-7C45-E992-87E0-5F82F5D31AA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6A30A4-CF8D-FB70-6169-BFD83DE3B5EB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154348-672F-DC44-4CB3-F6C14F2F1040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781C21D-E2EB-7928-D110-624DE7C93F00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E8C967E-6F37-E422-F86A-1C160B00E1CE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98C8539-BA07-E6CB-C416-F1490DC1FD53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917DC368-DD2F-9173-40B6-93AF3D5E990A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866B73A-242E-CD08-73E5-2EAC3D14F539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6104AB77-AEFB-8B31-AF73-1FD24041ED5F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86CCF3F-3207-ECD7-E8FD-A965335AAF48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0892889C-8D3A-4B26-8653-3BFE05AAF9E2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CD44C43B-61F1-DFE1-5B9A-A9042B837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129289"/>
              </p:ext>
            </p:extLst>
          </p:nvPr>
        </p:nvGraphicFramePr>
        <p:xfrm>
          <a:off x="9171699" y="27133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42BF0A1C-077E-F8FD-3C91-5EE010FC2B09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C2118DF-9F71-205A-9901-13F4B3BB0DEA}"/>
              </a:ext>
            </a:extLst>
          </p:cNvPr>
          <p:cNvSpPr txBox="1"/>
          <p:nvPr/>
        </p:nvSpPr>
        <p:spPr>
          <a:xfrm>
            <a:off x="8942532" y="3082705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|100-20| = 80</a:t>
            </a:r>
          </a:p>
        </p:txBody>
      </p:sp>
    </p:spTree>
    <p:extLst>
      <p:ext uri="{BB962C8B-B14F-4D97-AF65-F5344CB8AC3E}">
        <p14:creationId xmlns:p14="http://schemas.microsoft.com/office/powerpoint/2010/main" val="4281880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EDE8-2093-AC7C-B7CE-623637F1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0DC908F-ACCF-E17F-9B21-626D7B136575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489365E-50A4-C3FB-876F-E70F5A1A4951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A86AE4-9276-2FCA-76C4-B771EBE8CF90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A4B01B3-096B-C025-1D5D-BCD8F1BB0A80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BF0613A-05B8-5547-AE07-59D07BB58771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83DD92-EF8E-FB85-609A-5A20B129077E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1555A96-6BAB-2E84-0D29-40D4EBF220F1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2E6F214-9AB9-BDD6-5A51-5F91CAF2E3D8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51CF3437-6D26-786B-CE85-B10C9E912BE8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16E1CFE7-D397-230D-D6AA-0168AAE37D39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02433432-FB13-3AE5-123E-C40826F5A0AB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51EFEE15-F44E-17C8-2429-BEF08F385E47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31EABE52-F5A0-4A44-3C1C-98E45713FBEE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36AD7B7C-C5E9-9129-B138-1A8F7E06094A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822793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E5590-EB1E-FA19-23BD-1F051B3A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039AA88-26FA-A480-BC12-FD71B99945E1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5C2EC70-4B96-8116-103E-DD8724545D33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5BA5CB-62D7-1D89-4279-C9C7A3489260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E51D7B-8F0D-EC06-257E-9F2C56648503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9139BF-CC83-9ECB-4D5C-382E2D87F04A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399F28-CBAC-CAD3-3052-62ACF974DE54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FC075D5-D6E4-0C6E-EF5A-DE75AC79065C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9152A4C4-240F-D625-E045-AA62774554CD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7DECEE7D-980A-5E18-612A-E789FB5051A3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5FD4E399-D9D7-8B5C-C70F-C716FC56CDF9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6721C32A-1F3C-81B1-E5A7-AF0AE4D5EB9B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E5F9C24E-F977-ACE6-CCBB-FA001E8DA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403805"/>
              </p:ext>
            </p:extLst>
          </p:nvPr>
        </p:nvGraphicFramePr>
        <p:xfrm>
          <a:off x="814637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40FD823A-26D1-B83D-A589-91EC534EC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11102"/>
              </p:ext>
            </p:extLst>
          </p:nvPr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2EDFE903-8021-6398-C13F-55E5ED355927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106398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75E1-0C3F-C124-F7AD-B33B61AF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81233E9-2263-6A6B-FCDF-9FAD9AF5777A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9C79F66-0BB0-A1BA-1AD2-CDDEC1510260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6EDE757-5595-E1D6-5168-C5214CE8BBFE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0F9348-F651-E7D0-6AAD-EA9AA3FA79FA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FE10A7-FED3-8BFE-7E8D-F80EAD9DDE69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3A12FCB-1F4F-F0EC-CAC8-ECB0061633C3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3BC01DE-492D-BAED-CDBD-0708A6385A84}"/>
              </a:ext>
            </a:extLst>
          </p:cNvPr>
          <p:cNvGraphicFramePr>
            <a:graphicFrameLocks noGrp="1"/>
          </p:cNvGraphicFramePr>
          <p:nvPr/>
        </p:nvGraphicFramePr>
        <p:xfrm>
          <a:off x="3092799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BC70802E-66E2-1C28-29A0-299EA01B06EC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11872CE2-CDAE-45B1-8E81-6910584BA69A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5A4567C6-C498-C26A-2FF3-2B876703BE30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7844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992AA0C-8807-0532-51B3-1D931C2243D0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D8D3D31C-E109-F708-6D0D-08681A8A1EEE}"/>
              </a:ext>
            </a:extLst>
          </p:cNvPr>
          <p:cNvGraphicFramePr>
            <a:graphicFrameLocks noGrp="1"/>
          </p:cNvGraphicFramePr>
          <p:nvPr/>
        </p:nvGraphicFramePr>
        <p:xfrm>
          <a:off x="814637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666102F-626B-9540-C48C-9E03001D5BBF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8D926D29-FBF2-C5DD-7700-8D14E21C16B0}"/>
              </a:ext>
            </a:extLst>
          </p:cNvPr>
          <p:cNvSpPr txBox="1"/>
          <p:nvPr/>
        </p:nvSpPr>
        <p:spPr>
          <a:xfrm>
            <a:off x="5652428" y="2717967"/>
            <a:ext cx="9300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MIN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DE2CC8E-DE9F-D1FF-2622-DA57247E3A25}"/>
                  </a:ext>
                </a:extLst>
              </p:cNvPr>
              <p:cNvSpPr txBox="1"/>
              <p:nvPr/>
            </p:nvSpPr>
            <p:spPr>
              <a:xfrm>
                <a:off x="2544682" y="3586036"/>
                <a:ext cx="7714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/>
                  <a:t>Time </a:t>
                </a:r>
                <a:r>
                  <a:rPr lang="es-MX" dirty="0" err="1"/>
                  <a:t>Complexity</a:t>
                </a:r>
                <a:r>
                  <a:rPr lang="es-MX" dirty="0"/>
                  <a:t>,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</a:t>
                </a:r>
                <a:r>
                  <a:rPr lang="es-MX" dirty="0" err="1"/>
                  <a:t>where</a:t>
                </a:r>
                <a:r>
                  <a:rPr lang="es-MX" dirty="0"/>
                  <a:t> N </a:t>
                </a:r>
                <a:r>
                  <a:rPr lang="es-MX" dirty="0" err="1"/>
                  <a:t>is</a:t>
                </a:r>
                <a:r>
                  <a:rPr lang="es-MX" dirty="0"/>
                  <a:t> the </a:t>
                </a:r>
                <a:r>
                  <a:rPr lang="es-MX" dirty="0" err="1"/>
                  <a:t>number</a:t>
                </a:r>
                <a:r>
                  <a:rPr lang="es-MX" dirty="0"/>
                  <a:t> of </a:t>
                </a:r>
                <a:r>
                  <a:rPr lang="es-MX" dirty="0" err="1"/>
                  <a:t>elements</a:t>
                </a:r>
                <a:r>
                  <a:rPr lang="es-MX" dirty="0"/>
                  <a:t> </a:t>
                </a:r>
                <a:r>
                  <a:rPr lang="es-MX" dirty="0" err="1"/>
                  <a:t>within</a:t>
                </a:r>
                <a:r>
                  <a:rPr lang="es-MX" dirty="0"/>
                  <a:t> the </a:t>
                </a:r>
                <a:r>
                  <a:rPr lang="es-MX" dirty="0" err="1"/>
                  <a:t>query</a:t>
                </a:r>
                <a:r>
                  <a:rPr lang="es-MX" dirty="0"/>
                  <a:t>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DE2CC8E-DE9F-D1FF-2622-DA57247E3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682" y="3586036"/>
                <a:ext cx="7714548" cy="369332"/>
              </a:xfrm>
              <a:prstGeom prst="rect">
                <a:avLst/>
              </a:prstGeom>
              <a:blipFill>
                <a:blip r:embed="rId2"/>
                <a:stretch>
                  <a:fillRect l="-632" t="-6557" r="-395" b="-262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532561B4-9949-A67A-F597-8973C61C46C8}"/>
              </a:ext>
            </a:extLst>
          </p:cNvPr>
          <p:cNvSpPr txBox="1"/>
          <p:nvPr/>
        </p:nvSpPr>
        <p:spPr>
          <a:xfrm>
            <a:off x="4751882" y="4182256"/>
            <a:ext cx="368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there</a:t>
            </a:r>
            <a:r>
              <a:rPr lang="es-MX" dirty="0"/>
              <a:t> a </a:t>
            </a:r>
            <a:r>
              <a:rPr lang="es-MX" dirty="0" err="1"/>
              <a:t>better</a:t>
            </a:r>
            <a:r>
              <a:rPr lang="es-MX" dirty="0"/>
              <a:t> </a:t>
            </a:r>
            <a:r>
              <a:rPr lang="es-MX" dirty="0" err="1"/>
              <a:t>aproach</a:t>
            </a:r>
            <a:r>
              <a:rPr lang="es-MX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9787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B9917-0C90-B183-E0F6-7FAE49C3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3507761-FB2A-4EB1-E8FA-F5371D52572F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B169874-8856-6712-6E80-C0F8A2B50AD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F09B2A-74FA-AD4B-8037-0D03A923937A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D6A0A4C-F411-BB34-B46D-78305F14E33E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1024AE-7BD9-8C46-4C12-E44D987D9C04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B66E0A-11C4-D5AF-D158-EDADF5D85D5B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F01CE8E-6D19-DF02-0F8B-C0E6394C96BB}"/>
              </a:ext>
            </a:extLst>
          </p:cNvPr>
          <p:cNvGraphicFramePr>
            <a:graphicFrameLocks noGrp="1"/>
          </p:cNvGraphicFramePr>
          <p:nvPr/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CE1E9DD-F7C6-C6A1-8891-D67256E34E43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343A6D0F-B0A9-7656-D32C-929700601F97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6C0F34C7-8C7F-0F7C-7AED-DE4AE61A916E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4F5E6EBC-D15F-21C9-9C06-743835CE09D9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3CC20E8E-48FD-9187-09C9-4F8AEBA40C83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78587E74-DD07-2202-63BD-453C2B346A6E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739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1CB4-C5CC-3671-6517-86199B8F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DFF0907-C3A2-856A-F9C6-645225141323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90988257-668C-8F8A-1B21-A44A01E19C9E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9B6C1A-1632-DF4F-A650-D1BE028190B4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494089-948A-CAC5-FC0D-C81EA7A309AE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360D4F-3E17-E6C7-F357-C65D2C9CA96C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A03AE87-7E6D-747F-30D4-DA5F004B195A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C13BF5-3849-6191-C3D5-AE28D66F4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371524"/>
              </p:ext>
            </p:extLst>
          </p:nvPr>
        </p:nvGraphicFramePr>
        <p:xfrm>
          <a:off x="3060751" y="270297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2B0C551E-CAB9-6FA7-F6E2-92BAE09B9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558463"/>
              </p:ext>
            </p:extLst>
          </p:nvPr>
        </p:nvGraphicFramePr>
        <p:xfrm>
          <a:off x="4064804" y="270297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30B9D243-0BA4-2A3D-1AFE-1EBE64246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36713"/>
              </p:ext>
            </p:extLst>
          </p:nvPr>
        </p:nvGraphicFramePr>
        <p:xfrm>
          <a:off x="5085662" y="270513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5C74C652-8F0C-D30D-D36D-8F6BBB719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793725"/>
              </p:ext>
            </p:extLst>
          </p:nvPr>
        </p:nvGraphicFramePr>
        <p:xfrm>
          <a:off x="6079195" y="270297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E1DD65BD-E57A-444F-5DB5-C84DD0D4A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97269"/>
              </p:ext>
            </p:extLst>
          </p:nvPr>
        </p:nvGraphicFramePr>
        <p:xfrm>
          <a:off x="7110573" y="270513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DAE97FD3-CBAD-AD81-B57D-6954329D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693878"/>
              </p:ext>
            </p:extLst>
          </p:nvPr>
        </p:nvGraphicFramePr>
        <p:xfrm>
          <a:off x="8131431" y="270513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9EC8A907-9675-B155-BE4E-E21BD4006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29831"/>
              </p:ext>
            </p:extLst>
          </p:nvPr>
        </p:nvGraphicFramePr>
        <p:xfrm>
          <a:off x="9137299" y="270513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D0394A5-C986-8791-DDD6-C6BE428ABAFE}"/>
                  </a:ext>
                </a:extLst>
              </p:cNvPr>
              <p:cNvSpPr txBox="1"/>
              <p:nvPr/>
            </p:nvSpPr>
            <p:spPr>
              <a:xfrm>
                <a:off x="3852472" y="3782023"/>
                <a:ext cx="50277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/>
                  <a:t>Order the </a:t>
                </a:r>
                <a:r>
                  <a:rPr lang="es-MX" dirty="0" err="1"/>
                  <a:t>list</a:t>
                </a:r>
                <a:r>
                  <a:rPr lang="es-MX" dirty="0"/>
                  <a:t>, </a:t>
                </a:r>
                <a:r>
                  <a:rPr lang="es-MX" dirty="0" err="1"/>
                  <a:t>best</a:t>
                </a:r>
                <a:r>
                  <a:rPr lang="es-MX" dirty="0"/>
                  <a:t> time </a:t>
                </a:r>
                <a:r>
                  <a:rPr lang="es-MX" dirty="0" err="1"/>
                  <a:t>complexity</a:t>
                </a:r>
                <a:r>
                  <a:rPr lang="es-MX" dirty="0"/>
                  <a:t> </a:t>
                </a:r>
                <a:r>
                  <a:rPr lang="es-MX" dirty="0" err="1"/>
                  <a:t>is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D0394A5-C986-8791-DDD6-C6BE428AB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472" y="3782023"/>
                <a:ext cx="5027723" cy="369332"/>
              </a:xfrm>
              <a:prstGeom prst="rect">
                <a:avLst/>
              </a:prstGeom>
              <a:blipFill>
                <a:blip r:embed="rId2"/>
                <a:stretch>
                  <a:fillRect l="-1091" t="-6557" b="-262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401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37F4-1413-0CFB-434F-DEB57325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7201DE9-4D11-78BC-ABA2-7050CC911DAF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A777211-55AA-D5E4-602D-B28468C0332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42FF8A-6A8E-829F-FDDC-43D89B32A128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900B373-EB81-F7ED-F22C-39A42AC40A7A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AA5DD0-CCFA-1868-B644-70EBEB5D6484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A5D3A6D-F6FF-439D-C394-0A81064BDC2A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CD2C458-2C50-B508-852A-56C4185FC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733839"/>
              </p:ext>
            </p:extLst>
          </p:nvPr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EB151ED-9E1D-A172-80E4-1C617D3EB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98526"/>
              </p:ext>
            </p:extLst>
          </p:nvPr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7F63153-9BA9-035F-36B0-D86A8745A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37238"/>
              </p:ext>
            </p:extLst>
          </p:nvPr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BC7F21FC-BAB5-D817-9231-7F37E0E43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858122"/>
              </p:ext>
            </p:extLst>
          </p:nvPr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278ADD5E-182B-B455-B6F9-6D84F8490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431818"/>
              </p:ext>
            </p:extLst>
          </p:nvPr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2AA3F626-66E0-94FA-C501-DA5352A63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451964"/>
              </p:ext>
            </p:extLst>
          </p:nvPr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EC4D7FE7-98D0-EB7D-7AD4-0298165C8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897331"/>
              </p:ext>
            </p:extLst>
          </p:nvPr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CA2AF21-02EC-1B82-D8BC-EDA7374616BC}"/>
                  </a:ext>
                </a:extLst>
              </p:cNvPr>
              <p:cNvSpPr txBox="1"/>
              <p:nvPr/>
            </p:nvSpPr>
            <p:spPr>
              <a:xfrm>
                <a:off x="3852472" y="3782023"/>
                <a:ext cx="50277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/>
                  <a:t>Order the </a:t>
                </a:r>
                <a:r>
                  <a:rPr lang="es-MX" dirty="0" err="1"/>
                  <a:t>list</a:t>
                </a:r>
                <a:r>
                  <a:rPr lang="es-MX" dirty="0"/>
                  <a:t>, </a:t>
                </a:r>
                <a:r>
                  <a:rPr lang="es-MX" dirty="0" err="1"/>
                  <a:t>best</a:t>
                </a:r>
                <a:r>
                  <a:rPr lang="es-MX" dirty="0"/>
                  <a:t> time </a:t>
                </a:r>
                <a:r>
                  <a:rPr lang="es-MX" dirty="0" err="1"/>
                  <a:t>complexity</a:t>
                </a:r>
                <a:r>
                  <a:rPr lang="es-MX" dirty="0"/>
                  <a:t> </a:t>
                </a:r>
                <a:r>
                  <a:rPr lang="es-MX" dirty="0" err="1"/>
                  <a:t>is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CA2AF21-02EC-1B82-D8BC-EDA73746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472" y="3782023"/>
                <a:ext cx="5027723" cy="369332"/>
              </a:xfrm>
              <a:prstGeom prst="rect">
                <a:avLst/>
              </a:prstGeom>
              <a:blipFill>
                <a:blip r:embed="rId2"/>
                <a:stretch>
                  <a:fillRect l="-1091" t="-6557" b="-262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748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1004-A451-1745-3A74-66F158D5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550ACC6-54F7-2CD7-76AF-5032EE25E3E5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1E5385A5-65F1-55B4-70DC-5186F65E3E93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8901D-1590-1AD8-6867-73D6EF532F25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D19B26-AF95-90A3-EA0D-9FAD242A0999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059500-35C5-86FE-3015-0F31AC8ABDEB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A04BE6D-737E-7D34-C4E5-FC8489CC4F35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8443D44-5E57-5E93-D882-FE0C2C60D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58147"/>
              </p:ext>
            </p:extLst>
          </p:nvPr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2989ED18-08B0-C589-BB8A-5F1D5601D446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E10B7E18-BAAB-59D0-DF44-9058A73FD8D0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8528556-E9A7-AFCA-9D39-B57059A38CCD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0020FBF-A866-E200-7BD8-F76710B8E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732717"/>
              </p:ext>
            </p:extLst>
          </p:nvPr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1314485-B630-80F8-712C-C651B3C71805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1AC5FD1D-C1D6-B147-9C09-96785E76F6EA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683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49E2-99EE-D4CC-D3E8-76A7E9A0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C1962B9-6BDE-3601-8946-3CEBCA0FD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75878"/>
              </p:ext>
            </p:extLst>
          </p:nvPr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E393787-492A-D603-98D4-663D010DA164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E2E8C3-53FD-74E4-8BBF-32FD831AC87E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679973-8CB9-B0B9-616C-E3D523CA978E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EAD585-C371-5205-42D0-4BBD1C563FAB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13EF3AC-0E89-D772-623A-77773BCB8245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B3A6079-7265-FB45-7FBA-80EED38B2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1803"/>
              </p:ext>
            </p:extLst>
          </p:nvPr>
        </p:nvGraphicFramePr>
        <p:xfrm>
          <a:off x="4086079" y="2476375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797A77EB-68A4-7277-E25D-1696BACA3A52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09A01A64-A9D7-5F78-FC93-5BD14A4AD129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2D86887C-ED52-275C-BFA6-396F301F2070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8D2C0AC5-36CF-7865-50D7-1C1D11CFA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907751"/>
              </p:ext>
            </p:extLst>
          </p:nvPr>
        </p:nvGraphicFramePr>
        <p:xfrm>
          <a:off x="3075741" y="248237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1239F99B-994C-7C93-E4C6-B2DAF95B42CF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6B5C9BA4-8A30-AF27-5865-885B2FF6CAFF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EFAAEEB-D612-69CA-8C3F-0D23814A911B}"/>
              </a:ext>
            </a:extLst>
          </p:cNvPr>
          <p:cNvSpPr txBox="1"/>
          <p:nvPr/>
        </p:nvSpPr>
        <p:spPr>
          <a:xfrm>
            <a:off x="3580910" y="2972143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|1-8| = 7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C4D0E1-DA33-E86F-8F64-DDD4384B6C50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7</a:t>
            </a:r>
          </a:p>
        </p:txBody>
      </p:sp>
    </p:spTree>
    <p:extLst>
      <p:ext uri="{BB962C8B-B14F-4D97-AF65-F5344CB8AC3E}">
        <p14:creationId xmlns:p14="http://schemas.microsoft.com/office/powerpoint/2010/main" val="933349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55795-A94B-FA78-07F4-B09050EA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CFBDA33-8172-5C85-D63F-724138551A14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FF41B73-D5CD-E075-E668-B2FC25BA3225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4BA463-4501-3DE9-BC19-5650DB461706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FB60A9-0A98-3209-AE8E-5C5DC052E8E1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27A26B-3368-462A-2248-020DC3E6D608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31075DC-DA52-BF6A-D919-16E33A572E58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FBEFED0-D13A-91CC-FE2B-4A6629D76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147648"/>
              </p:ext>
            </p:extLst>
          </p:nvPr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B6B2EAF5-83A6-6DDC-3598-4F018B4A5E0D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3706F6A4-033D-9769-351A-56EDECCC5818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EBEB056C-B662-E0E5-C2D0-236F8B61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79073"/>
              </p:ext>
            </p:extLst>
          </p:nvPr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1E386F1F-6F34-50D2-80A2-D44C2222D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060502"/>
              </p:ext>
            </p:extLst>
          </p:nvPr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82162D6B-9E12-3899-BFA5-AE07B389875F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54E1A187-E048-4FCD-602E-679C636E8B75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FE3BAD3-BAA0-5D7C-4FAA-FCD4F3131175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7</a:t>
            </a:r>
          </a:p>
        </p:txBody>
      </p:sp>
    </p:spTree>
    <p:extLst>
      <p:ext uri="{BB962C8B-B14F-4D97-AF65-F5344CB8AC3E}">
        <p14:creationId xmlns:p14="http://schemas.microsoft.com/office/powerpoint/2010/main" val="1846387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A651F-2CF3-BBD6-3CAE-0D7ACDA1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0A5911E-31E9-5638-945D-8C7CA3AAC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596654"/>
              </p:ext>
            </p:extLst>
          </p:nvPr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0BEE0D9-D253-0348-E97C-37354482FA1D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3F90A4-4BEB-3034-538B-93C26E4608E9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DF82C1-C4D3-46E6-FA58-C28BCD5BEAF9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0E10D2A-FEA1-8A29-FECD-C0E9B45A8635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FD62BA-8894-0438-1723-4E3805ACBEC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9171728-8970-98E3-3F59-28B82D351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228034"/>
              </p:ext>
            </p:extLst>
          </p:nvPr>
        </p:nvGraphicFramePr>
        <p:xfrm>
          <a:off x="4086079" y="247665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F4B76FB6-FE16-4B41-2918-F7CF8C0FF10A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D1F91AC-8D11-405D-D569-5279BF107E12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C669E63-2500-DD7A-B846-9491B3FFB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953200"/>
              </p:ext>
            </p:extLst>
          </p:nvPr>
        </p:nvGraphicFramePr>
        <p:xfrm>
          <a:off x="5107122" y="247665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D80B57A-C474-DA63-B337-906B0C76A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277664"/>
              </p:ext>
            </p:extLst>
          </p:nvPr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309A0839-DB95-2E45-89B5-D90F1C8BA217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CF84239-294A-7EBF-2DC5-9EF254C8228B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ED53FB04-3DAD-283B-ACBA-29C23E89B157}"/>
              </a:ext>
            </a:extLst>
          </p:cNvPr>
          <p:cNvSpPr txBox="1"/>
          <p:nvPr/>
        </p:nvSpPr>
        <p:spPr>
          <a:xfrm>
            <a:off x="4531289" y="2890558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|8-10|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266DE6-9ECF-0C47-861E-05CD9D4CD7E8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3350145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3FC1B-CBB8-4E22-7F66-06FED3E3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C0B1B92-90E1-240E-494C-B1344B970C1A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16810E2-98E7-5D4C-36F7-6540A4A7471F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F9E7CA-C1BF-1AAD-30E5-E17AFBAF3BD8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831AB91-EB08-DCB5-E030-9BB4DF377E61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67754AD-9921-371A-4106-D4C95621C380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FC193CE-871F-B0D1-53E2-647CADCA5DC9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ED49F36-36D0-7BEF-ED76-1225B3062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36649"/>
              </p:ext>
            </p:extLst>
          </p:nvPr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00AE48D-832C-D2A2-87F3-979AB218FA6E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813047DA-8C3E-3672-F7EE-A4A21D6B4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17065"/>
              </p:ext>
            </p:extLst>
          </p:nvPr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12B9948B-1D75-466D-3EE9-5EE4B155B948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F758272-2285-19AE-3C6A-F86963004100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7240D45-08DE-820C-CC86-BF2435BD0098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69476FD0-C5EF-7CD3-FF3F-31C744991E5E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F0B97C3-08EA-3BE1-9DD2-830A601C1F5C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1643971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19D4-5312-DB5D-A057-CAF98BB8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CF245BE-9CE9-1708-856D-01A22A0F7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999895"/>
              </p:ext>
            </p:extLst>
          </p:nvPr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CF61BE1-FA7C-EF7D-B0B1-0CE173B25FF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641A41-9DF9-018E-DE59-5FA8D17EA211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F84FAEA-5549-C07C-963B-D3A3FB44E6FB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82892EE-0F4C-352D-7CBE-C74E20FB0EE9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A82DE4-E065-7687-A333-A85F3F9D82D1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D5665F0-8421-0DCD-A0C2-29F0A5792BA8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965B5704-54A1-7FA6-9408-611F4497A9E8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01D50EB0-9CAE-D5B0-0D15-85C1A2E57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185614"/>
              </p:ext>
            </p:extLst>
          </p:nvPr>
        </p:nvGraphicFramePr>
        <p:xfrm>
          <a:off x="6117460" y="254079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EFC53D34-2070-CD64-2152-D5DC5D461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146306"/>
              </p:ext>
            </p:extLst>
          </p:nvPr>
        </p:nvGraphicFramePr>
        <p:xfrm>
          <a:off x="5111407" y="254079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70A93A89-510E-DA2F-F0A3-FAED2950FF46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2C70507F-BC70-0CD2-8E84-3C50B56EC249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9F623867-4287-918D-8162-1BC3D6ED97AA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7D746FAD-B243-33DD-1C97-829403E1467A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A55CB0-B551-BB05-5DB0-4D977FC43977}"/>
              </a:ext>
            </a:extLst>
          </p:cNvPr>
          <p:cNvSpPr txBox="1"/>
          <p:nvPr/>
        </p:nvSpPr>
        <p:spPr>
          <a:xfrm>
            <a:off x="5616576" y="2945151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|10-12| = 2</a:t>
            </a:r>
          </a:p>
        </p:txBody>
      </p:sp>
    </p:spTree>
    <p:extLst>
      <p:ext uri="{BB962C8B-B14F-4D97-AF65-F5344CB8AC3E}">
        <p14:creationId xmlns:p14="http://schemas.microsoft.com/office/powerpoint/2010/main" val="690726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F038-4E90-81FF-FF99-24C2D205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A7A4BDD-C0E9-BED9-B418-6597D0547F9E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B8F5DD5-E64E-6B5D-2DF0-4B4EA8FE2EA9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630F03-3D9B-B498-4F8C-0001606F445B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BF2C1A0-F007-A3E7-3D76-6EF69215E111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7124BF-9B18-8985-8DF6-95D6408ABE3D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2BEF01-B53F-9CCF-BC67-C2F0EDF17453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06DE131-8449-33E8-6085-8867258314EA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7DB0C34D-DF82-0052-CCE7-AA654EF5C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86359"/>
              </p:ext>
            </p:extLst>
          </p:nvPr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19EBEEC4-32FE-88A4-377E-17425D42FE93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BEA774D8-35CF-F19D-8A3F-9EF1C9A6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235446"/>
              </p:ext>
            </p:extLst>
          </p:nvPr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189D338F-F368-5A93-4181-D586CA3DC53A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4F4DF1C-CB69-F1BC-0591-ED383E04CDCA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34BD5233-C242-EDC5-0CB4-EBC997D0CCE0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EBFB2785-70A5-B9FC-1915-D07CD1057436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3349918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71E3-7D25-6CAA-0736-D1E433CB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051FA10-7370-1C8F-B8FB-74230EDDD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688900"/>
              </p:ext>
            </p:extLst>
          </p:nvPr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28E60DC-E31A-335B-38D2-1527F9D29CE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8D2E64-1080-AABA-C455-59418F33BD79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6EF27C-7E78-3FDC-1C45-50499AD4A9A2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49E1873-3E1B-D6DC-0E12-E45E5CF1AF35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D090341-7D52-4B91-DD3C-97F6352F0537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7B5932F-AB34-D93E-EFD1-D6AF43000600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FEEA6624-110F-DB1D-8A7B-94CB843D2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688418"/>
              </p:ext>
            </p:extLst>
          </p:nvPr>
        </p:nvGraphicFramePr>
        <p:xfrm>
          <a:off x="7132083" y="253686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75701FAC-5197-522C-4332-AF6C5888E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212734"/>
              </p:ext>
            </p:extLst>
          </p:nvPr>
        </p:nvGraphicFramePr>
        <p:xfrm>
          <a:off x="6096000" y="253686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7DCB8548-1240-4E20-0A5B-8577AE06A668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41FB3020-8701-D493-721D-917B495044F1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683FBC6-26E9-8894-ED4E-DCD7D5A59788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604809F4-A143-5CF8-2616-4BC678A633B3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6C64FF8-FAB5-A578-1D47-C1CBC9F99F1D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4FA834-8A8B-370D-0D46-BA3BD69A056B}"/>
              </a:ext>
            </a:extLst>
          </p:cNvPr>
          <p:cNvSpPr txBox="1"/>
          <p:nvPr/>
        </p:nvSpPr>
        <p:spPr>
          <a:xfrm>
            <a:off x="6529867" y="2908461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|12-15| = 3</a:t>
            </a:r>
          </a:p>
        </p:txBody>
      </p:sp>
    </p:spTree>
    <p:extLst>
      <p:ext uri="{BB962C8B-B14F-4D97-AF65-F5344CB8AC3E}">
        <p14:creationId xmlns:p14="http://schemas.microsoft.com/office/powerpoint/2010/main" val="3409302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7E30-DFCC-A1B1-A6CB-96897D81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EF26D55-421F-10A5-A221-B2CBA0F954FD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3F16AF2-B29E-4232-BEAD-8592BCB1BCB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8B09D7-0EBC-57C2-2CAA-308E8993B1D4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9008A5-1E14-7AD6-0EC8-33E12CA36924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4BF699-3A40-AB4D-EF3A-4DA1D813BFB6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2CDAA44-D27B-460A-3B6F-552A2FB1879D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DA6046E-64CF-D9E2-30E3-2F95703A53DA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34EF8D3-F502-9ECD-8933-E1734EDEADBA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EDCC2BD2-2EE1-3291-E471-26EA857B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57335"/>
              </p:ext>
            </p:extLst>
          </p:nvPr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827AA05C-E604-CF1D-40E7-E142515D8133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3318005-0159-C03E-213F-55009FE783D7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892E7F7-D753-6502-FAD6-1B2A31C6D3E1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4A6122AC-7E01-91AD-F599-8B3615695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682049"/>
              </p:ext>
            </p:extLst>
          </p:nvPr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E768E10-E435-0542-9224-04ADA150B795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1536216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E58C-5B75-A793-8C1B-23A36254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D81AAE0-D984-E684-7BC1-680317113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890929"/>
              </p:ext>
            </p:extLst>
          </p:nvPr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E74397E-5223-34BE-6B5F-F4776AE1C843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F243FA-CBEF-C7BE-93FB-30E4B34623C6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4879FD-17F0-6CDD-AC2C-D7933E88EC47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0EC303-C6B6-6E2B-CB5C-37642656B853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A588AB-64BC-A7D6-D52E-F94AB4C9CD31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E75C9F6-8D9C-B37C-D3F1-2DAA8C7F1305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0EC65E7-33FA-B9B4-37DF-BA07ABE6B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040256"/>
              </p:ext>
            </p:extLst>
          </p:nvPr>
        </p:nvGraphicFramePr>
        <p:xfrm>
          <a:off x="7117093" y="27133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BE4CD61F-7859-85CE-FA24-6DD36386DC6C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10ED5CB9-4A5C-6CB3-1AEE-5D282932F623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DFA2A3B-1990-5942-B30D-44DAC51D4D0B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AF015A27-E10A-8451-4D35-0753F9B36ED9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FF2B17DE-261B-E995-366F-33FE7FA58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15428"/>
              </p:ext>
            </p:extLst>
          </p:nvPr>
        </p:nvGraphicFramePr>
        <p:xfrm>
          <a:off x="8129566" y="2713373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4CB7EEE-8C51-CC5B-41BC-23EDCCBD2607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9414F8-FAC7-C260-99B6-A6183CED2092}"/>
              </a:ext>
            </a:extLst>
          </p:cNvPr>
          <p:cNvSpPr txBox="1"/>
          <p:nvPr/>
        </p:nvSpPr>
        <p:spPr>
          <a:xfrm>
            <a:off x="7526283" y="3082705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|15-20| = 5</a:t>
            </a:r>
          </a:p>
        </p:txBody>
      </p:sp>
    </p:spTree>
    <p:extLst>
      <p:ext uri="{BB962C8B-B14F-4D97-AF65-F5344CB8AC3E}">
        <p14:creationId xmlns:p14="http://schemas.microsoft.com/office/powerpoint/2010/main" val="3580656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FC3D9-8C44-6757-11B5-829781D1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F228364-8535-7484-AAE2-3B6C5C4F60C5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069B42A-34BC-DE11-3A9E-5A7CFBA6E90C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E6AA51-A1F0-3DB3-5327-AE434710905D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9C45DC-D9BA-1C25-1D67-59F5321B879A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7A916E-FBE0-1A49-842E-751B87DA55F8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7AC5294-F043-354B-7C22-A3FA8E225F3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C91B726-4C5F-A401-5518-594F0CDB514A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6CA98F2-E4DA-6CA3-21DE-0F2907B27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696316"/>
              </p:ext>
            </p:extLst>
          </p:nvPr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18729942-279F-5502-B8A2-A18BE1349FD1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0F89C3D-E712-240F-DADE-C1CECB3A82B3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E13DCC1-4E7D-6DF5-F696-0DB9CD4AC30C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ADB0A042-8261-639B-A061-69C2A8288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9615"/>
              </p:ext>
            </p:extLst>
          </p:nvPr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EC110D9-AD3F-677B-E19E-0BEFD2130C03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D4106A7-235B-6C77-9090-469E9965ED24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3805595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F85E-AB76-7574-9B4F-0E69E100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A1E6EFF-67CA-0814-9866-49C465A3E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535722"/>
              </p:ext>
            </p:extLst>
          </p:nvPr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FFA8B6C-E529-A1FF-F232-4469837966C9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6CE937-27CA-78AA-EF40-F14104A4FA59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FFFAFB-7E53-8B3E-EA47-18EAEAC885DA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1AF6BBF-9157-FAD4-A82D-DAD9C3FBA375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2BBF2F-ADDE-6D2B-0422-3651A9CE9116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31A912-F085-8C30-4292-477A08D19899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4EEDD5DB-B210-23AA-9038-5264C06405C7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2208D80F-E667-18AB-92EF-31E99D747AA5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940C332-26F9-5A4C-6F36-8FB671A834D4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0D6B777A-8ABC-64F3-6588-EECFD5506F9C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1D59A1B2-7FA4-ECED-D7A9-E3733513C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626550"/>
              </p:ext>
            </p:extLst>
          </p:nvPr>
        </p:nvGraphicFramePr>
        <p:xfrm>
          <a:off x="9144189" y="270513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0098B297-5307-63EF-98BF-44206E42F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587734"/>
              </p:ext>
            </p:extLst>
          </p:nvPr>
        </p:nvGraphicFramePr>
        <p:xfrm>
          <a:off x="8133851" y="2705138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BC1129F-A14E-10EE-D275-F6B5D9C89F4B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BE71AC-8425-4416-F7A2-852798BD7774}"/>
              </a:ext>
            </a:extLst>
          </p:cNvPr>
          <p:cNvSpPr txBox="1"/>
          <p:nvPr/>
        </p:nvSpPr>
        <p:spPr>
          <a:xfrm>
            <a:off x="8533284" y="3100690"/>
            <a:ext cx="145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|20-100| = 80</a:t>
            </a:r>
          </a:p>
        </p:txBody>
      </p:sp>
    </p:spTree>
    <p:extLst>
      <p:ext uri="{BB962C8B-B14F-4D97-AF65-F5344CB8AC3E}">
        <p14:creationId xmlns:p14="http://schemas.microsoft.com/office/powerpoint/2010/main" val="1635216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F50C0-EB46-F319-5E39-72FC07D9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9FF2A4D-28A6-C6FC-C710-6A850203C28A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47ABAC8-9AA1-4EC2-0CBA-7BD0263AE828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25A8B4A-BEFE-869D-501A-4CAA7B99D775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D8B46C-8460-7B71-2E58-037D38015B14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55B5B4-25DE-7A16-3F89-E4E2467164AE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3D5F88-408F-1EDF-949D-8E56576A5CDC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399328C-106A-928A-68A0-DEC0910979B8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019DBA3-1E06-AA1B-B559-1C021CEEC22F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4C91E22F-B719-2E75-C9E6-1BBCDA0571FF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46C9BC3-F1FA-E1E1-2038-697FDB0B2AB7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70D9D00-D8EA-C577-2227-FB7F6176DC2C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7248AB16-8791-C0DA-B242-028C9E530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257981"/>
              </p:ext>
            </p:extLst>
          </p:nvPr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52E7B44-7854-9B77-F279-26F60EF66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52792"/>
              </p:ext>
            </p:extLst>
          </p:nvPr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F617783-95BA-6DA5-0F2A-F4F5DFACECCB}"/>
              </a:ext>
            </a:extLst>
          </p:cNvPr>
          <p:cNvSpPr txBox="1"/>
          <p:nvPr/>
        </p:nvSpPr>
        <p:spPr>
          <a:xfrm>
            <a:off x="10239087" y="2713373"/>
            <a:ext cx="930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MIN = 2</a:t>
            </a:r>
          </a:p>
        </p:txBody>
      </p:sp>
    </p:spTree>
    <p:extLst>
      <p:ext uri="{BB962C8B-B14F-4D97-AF65-F5344CB8AC3E}">
        <p14:creationId xmlns:p14="http://schemas.microsoft.com/office/powerpoint/2010/main" val="3115191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3F17-94AB-5223-C51F-FF5C5C8D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213DA66-200D-4878-2A39-68457732764E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7B0B8E9B-5882-776D-C445-ABAD4B958596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B8C7F5-D117-8B87-7482-FAD4FA4C1F95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670025-F032-5394-9E00-55D35E1B375E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215EBA-CAAA-E3FA-21E4-FDCF73BFFC47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2A2BC5-CEB9-7226-0121-A84A439234D1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1FD758D-B069-8473-49C0-10BEDE8CE7FD}"/>
              </a:ext>
            </a:extLst>
          </p:cNvPr>
          <p:cNvGraphicFramePr>
            <a:graphicFrameLocks noGrp="1"/>
          </p:cNvGraphicFramePr>
          <p:nvPr/>
        </p:nvGraphicFramePr>
        <p:xfrm>
          <a:off x="4101069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32F0599-F918-DB6A-198D-FDD9491AED89}"/>
              </a:ext>
            </a:extLst>
          </p:cNvPr>
          <p:cNvGraphicFramePr>
            <a:graphicFrameLocks noGrp="1"/>
          </p:cNvGraphicFramePr>
          <p:nvPr/>
        </p:nvGraphicFramePr>
        <p:xfrm>
          <a:off x="7123513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BDC67A0D-F75C-233E-4D9D-3EA630A7758E}"/>
              </a:ext>
            </a:extLst>
          </p:cNvPr>
          <p:cNvGraphicFramePr>
            <a:graphicFrameLocks noGrp="1"/>
          </p:cNvGraphicFramePr>
          <p:nvPr/>
        </p:nvGraphicFramePr>
        <p:xfrm>
          <a:off x="6106755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3676B15A-267A-7EC6-C04E-BA5351D4ADD3}"/>
              </a:ext>
            </a:extLst>
          </p:cNvPr>
          <p:cNvGraphicFramePr>
            <a:graphicFrameLocks noGrp="1"/>
          </p:cNvGraphicFramePr>
          <p:nvPr/>
        </p:nvGraphicFramePr>
        <p:xfrm>
          <a:off x="5107122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89E88AA-A73E-C5AB-330E-14EB7CF45CB8}"/>
              </a:ext>
            </a:extLst>
          </p:cNvPr>
          <p:cNvGraphicFramePr>
            <a:graphicFrameLocks noGrp="1"/>
          </p:cNvGraphicFramePr>
          <p:nvPr/>
        </p:nvGraphicFramePr>
        <p:xfrm>
          <a:off x="3075741" y="1984531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99C9911B-2B1E-C0D6-84B2-B0407AE12FE5}"/>
              </a:ext>
            </a:extLst>
          </p:cNvPr>
          <p:cNvGraphicFramePr>
            <a:graphicFrameLocks noGrp="1"/>
          </p:cNvGraphicFramePr>
          <p:nvPr/>
        </p:nvGraphicFramePr>
        <p:xfrm>
          <a:off x="9139904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AA22140F-AA35-FC77-0F6B-AA11CA9B49A4}"/>
              </a:ext>
            </a:extLst>
          </p:cNvPr>
          <p:cNvGraphicFramePr>
            <a:graphicFrameLocks noGrp="1"/>
          </p:cNvGraphicFramePr>
          <p:nvPr/>
        </p:nvGraphicFramePr>
        <p:xfrm>
          <a:off x="8142421" y="198060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17347EF-A8B4-C581-31E7-E5D476EA6E3C}"/>
              </a:ext>
            </a:extLst>
          </p:cNvPr>
          <p:cNvSpPr txBox="1"/>
          <p:nvPr/>
        </p:nvSpPr>
        <p:spPr>
          <a:xfrm>
            <a:off x="5652428" y="2730135"/>
            <a:ext cx="9300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MIN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9C51400-94E3-2B9F-B000-37289E18166D}"/>
                  </a:ext>
                </a:extLst>
              </p:cNvPr>
              <p:cNvSpPr txBox="1"/>
              <p:nvPr/>
            </p:nvSpPr>
            <p:spPr>
              <a:xfrm>
                <a:off x="1253103" y="4002374"/>
                <a:ext cx="9685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/>
                  <a:t>The time </a:t>
                </a:r>
                <a:r>
                  <a:rPr lang="es-MX" dirty="0" err="1"/>
                  <a:t>complexity</a:t>
                </a:r>
                <a:r>
                  <a:rPr lang="es-MX" dirty="0"/>
                  <a:t> </a:t>
                </a:r>
                <a:r>
                  <a:rPr lang="es-MX" dirty="0" err="1"/>
                  <a:t>is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</a:t>
                </a:r>
                <a:r>
                  <a:rPr lang="es-MX" dirty="0" err="1"/>
                  <a:t>where</a:t>
                </a:r>
                <a:r>
                  <a:rPr lang="es-MX" dirty="0"/>
                  <a:t> N </a:t>
                </a:r>
                <a:r>
                  <a:rPr lang="es-MX" dirty="0" err="1"/>
                  <a:t>is</a:t>
                </a:r>
                <a:r>
                  <a:rPr lang="es-MX" dirty="0"/>
                  <a:t> the </a:t>
                </a:r>
                <a:r>
                  <a:rPr lang="es-MX" dirty="0" err="1"/>
                  <a:t>number</a:t>
                </a:r>
                <a:r>
                  <a:rPr lang="es-MX" dirty="0"/>
                  <a:t> of </a:t>
                </a:r>
                <a:r>
                  <a:rPr lang="es-MX" dirty="0" err="1"/>
                  <a:t>elements</a:t>
                </a:r>
                <a:r>
                  <a:rPr lang="es-MX" dirty="0"/>
                  <a:t> </a:t>
                </a:r>
                <a:r>
                  <a:rPr lang="es-MX" dirty="0" err="1"/>
                  <a:t>included</a:t>
                </a:r>
                <a:r>
                  <a:rPr lang="es-MX" dirty="0"/>
                  <a:t> in the </a:t>
                </a:r>
                <a:r>
                  <a:rPr lang="es-MX" dirty="0" err="1"/>
                  <a:t>query</a:t>
                </a:r>
                <a:r>
                  <a:rPr lang="es-MX" dirty="0"/>
                  <a:t>.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9C51400-94E3-2B9F-B000-37289E181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103" y="4002374"/>
                <a:ext cx="9685793" cy="369332"/>
              </a:xfrm>
              <a:prstGeom prst="rect">
                <a:avLst/>
              </a:prstGeom>
              <a:blipFill>
                <a:blip r:embed="rId2"/>
                <a:stretch>
                  <a:fillRect l="-567" t="-8333" b="-28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963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169EC-F72C-9AE5-FB59-65583F15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F337EEF-AF78-8ECB-9F25-A85FDA4A90C8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5E92F9A-504E-644B-A1BF-0D9F6E4CD6B0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406EB7-D366-D58E-9BF3-1142D918C9AE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96B47D-DA38-1CD2-8ADA-1F42A6487621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7D7FBB7-2F06-6007-A770-F19FA7928878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222F93F-A145-79DD-05D0-AD2B4C3AF6EA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8034DC4-D400-1ADF-A82A-55BF790FAEDF}"/>
              </a:ext>
            </a:extLst>
          </p:cNvPr>
          <p:cNvGraphicFramePr>
            <a:graphicFrameLocks noGrp="1"/>
          </p:cNvGraphicFramePr>
          <p:nvPr/>
        </p:nvGraphicFramePr>
        <p:xfrm>
          <a:off x="3090681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6BF21724-12DB-7CF7-9165-861E79C17D67}"/>
              </a:ext>
            </a:extLst>
          </p:cNvPr>
          <p:cNvGraphicFramePr>
            <a:graphicFrameLocks noGrp="1"/>
          </p:cNvGraphicFramePr>
          <p:nvPr/>
        </p:nvGraphicFramePr>
        <p:xfrm>
          <a:off x="4094734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35250723-CDA6-9D1F-7510-C8C7FED7C08E}"/>
              </a:ext>
            </a:extLst>
          </p:cNvPr>
          <p:cNvGraphicFramePr>
            <a:graphicFrameLocks noGrp="1"/>
          </p:cNvGraphicFramePr>
          <p:nvPr/>
        </p:nvGraphicFramePr>
        <p:xfrm>
          <a:off x="5115592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3AE6EFF6-2390-D436-520A-7437F92A9D70}"/>
              </a:ext>
            </a:extLst>
          </p:cNvPr>
          <p:cNvGraphicFramePr>
            <a:graphicFrameLocks noGrp="1"/>
          </p:cNvGraphicFramePr>
          <p:nvPr/>
        </p:nvGraphicFramePr>
        <p:xfrm>
          <a:off x="6109125" y="199343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19598C31-642F-601C-A4AB-5701D5BB40FB}"/>
              </a:ext>
            </a:extLst>
          </p:cNvPr>
          <p:cNvGraphicFramePr>
            <a:graphicFrameLocks noGrp="1"/>
          </p:cNvGraphicFramePr>
          <p:nvPr/>
        </p:nvGraphicFramePr>
        <p:xfrm>
          <a:off x="7140503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6C6ADF42-C5C2-77B7-D9E1-92A1B72B9742}"/>
              </a:ext>
            </a:extLst>
          </p:cNvPr>
          <p:cNvGraphicFramePr>
            <a:graphicFrameLocks noGrp="1"/>
          </p:cNvGraphicFramePr>
          <p:nvPr/>
        </p:nvGraphicFramePr>
        <p:xfrm>
          <a:off x="8161361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C6474782-E609-5AF4-F439-EC92DFD0C056}"/>
              </a:ext>
            </a:extLst>
          </p:cNvPr>
          <p:cNvGraphicFramePr>
            <a:graphicFrameLocks noGrp="1"/>
          </p:cNvGraphicFramePr>
          <p:nvPr/>
        </p:nvGraphicFramePr>
        <p:xfrm>
          <a:off x="9167229" y="1995597"/>
          <a:ext cx="1010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0719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4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960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BD1D-0C64-CE20-73C1-F530BB4C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EC83012-8866-1884-DF65-DD0D3FECEAB8}"/>
              </a:ext>
            </a:extLst>
          </p:cNvPr>
          <p:cNvGraphicFramePr>
            <a:graphicFrameLocks noGrp="1"/>
          </p:cNvGraphicFramePr>
          <p:nvPr/>
        </p:nvGraphicFramePr>
        <p:xfrm>
          <a:off x="1065770" y="1609767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5F81A80-92A9-381D-5B41-F39A4AE6BAD4}"/>
              </a:ext>
            </a:extLst>
          </p:cNvPr>
          <p:cNvSpPr txBox="1"/>
          <p:nvPr/>
        </p:nvSpPr>
        <p:spPr>
          <a:xfrm>
            <a:off x="194872" y="162214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AB1EE-0576-0BCF-24DE-0A7626966399}"/>
              </a:ext>
            </a:extLst>
          </p:cNvPr>
          <p:cNvSpPr txBox="1"/>
          <p:nvPr/>
        </p:nvSpPr>
        <p:spPr>
          <a:xfrm>
            <a:off x="1044309" y="162214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480D00-0087-6477-F6D1-7453FD84777D}"/>
              </a:ext>
            </a:extLst>
          </p:cNvPr>
          <p:cNvSpPr txBox="1"/>
          <p:nvPr/>
        </p:nvSpPr>
        <p:spPr>
          <a:xfrm>
            <a:off x="1390718" y="701324"/>
            <a:ext cx="123142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19F757-893A-06F7-F0BC-C4D80790316D}"/>
              </a:ext>
            </a:extLst>
          </p:cNvPr>
          <p:cNvSpPr txBox="1"/>
          <p:nvPr/>
        </p:nvSpPr>
        <p:spPr>
          <a:xfrm>
            <a:off x="2824622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B9BD77-1498-EBEF-4605-F456A9ED47AA}"/>
              </a:ext>
            </a:extLst>
          </p:cNvPr>
          <p:cNvSpPr txBox="1"/>
          <p:nvPr/>
        </p:nvSpPr>
        <p:spPr>
          <a:xfrm>
            <a:off x="4258526" y="701324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</p:spTree>
    <p:extLst>
      <p:ext uri="{BB962C8B-B14F-4D97-AF65-F5344CB8AC3E}">
        <p14:creationId xmlns:p14="http://schemas.microsoft.com/office/powerpoint/2010/main" val="2660998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E574-5E5E-41E4-7DF8-28D219755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4CF4983-A53C-FF25-0B6C-3EA3E89CE432}"/>
              </a:ext>
            </a:extLst>
          </p:cNvPr>
          <p:cNvGraphicFramePr>
            <a:graphicFrameLocks noGrp="1"/>
          </p:cNvGraphicFramePr>
          <p:nvPr/>
        </p:nvGraphicFramePr>
        <p:xfrm>
          <a:off x="1044309" y="965189"/>
          <a:ext cx="10103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73156158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438603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8820147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417518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39D89126-28D9-372F-B11D-7B4DFBEE2BAC}"/>
              </a:ext>
            </a:extLst>
          </p:cNvPr>
          <p:cNvSpPr txBox="1"/>
          <p:nvPr/>
        </p:nvSpPr>
        <p:spPr>
          <a:xfrm>
            <a:off x="5751995" y="297125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9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A1E249-34C9-94B9-C780-717B5F2CE80C}"/>
              </a:ext>
            </a:extLst>
          </p:cNvPr>
          <p:cNvSpPr txBox="1"/>
          <p:nvPr/>
        </p:nvSpPr>
        <p:spPr>
          <a:xfrm>
            <a:off x="5747186" y="2005601"/>
            <a:ext cx="6928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Q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6A7C53-A9C8-B18F-379C-DE2CB94FA5AD}"/>
              </a:ext>
            </a:extLst>
          </p:cNvPr>
          <p:cNvSpPr txBox="1"/>
          <p:nvPr/>
        </p:nvSpPr>
        <p:spPr>
          <a:xfrm>
            <a:off x="3748330" y="2612508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2, R = 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AF31A1-9B0A-3B7E-6F2C-3211C3B769A1}"/>
              </a:ext>
            </a:extLst>
          </p:cNvPr>
          <p:cNvSpPr txBox="1"/>
          <p:nvPr/>
        </p:nvSpPr>
        <p:spPr>
          <a:xfrm>
            <a:off x="5477881" y="2612508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F6B85F5-12EA-39BA-5388-7825CFFADB30}"/>
              </a:ext>
            </a:extLst>
          </p:cNvPr>
          <p:cNvSpPr txBox="1"/>
          <p:nvPr/>
        </p:nvSpPr>
        <p:spPr>
          <a:xfrm>
            <a:off x="7207432" y="2612508"/>
            <a:ext cx="1231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L = 1, R = 4</a:t>
            </a:r>
          </a:p>
        </p:txBody>
      </p:sp>
    </p:spTree>
    <p:extLst>
      <p:ext uri="{BB962C8B-B14F-4D97-AF65-F5344CB8AC3E}">
        <p14:creationId xmlns:p14="http://schemas.microsoft.com/office/powerpoint/2010/main" val="3275755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C825-D4BD-69D4-F236-266A3A817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15C8BE8-9AFC-DD02-CF2F-B5E790117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827879"/>
              </p:ext>
            </p:extLst>
          </p:nvPr>
        </p:nvGraphicFramePr>
        <p:xfrm>
          <a:off x="1044310" y="184666"/>
          <a:ext cx="606202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:a16="http://schemas.microsoft.com/office/drawing/2014/main" val="2420249387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999744305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3618087222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269002583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2575810986"/>
                    </a:ext>
                  </a:extLst>
                </a:gridCol>
                <a:gridCol w="1010338">
                  <a:extLst>
                    <a:ext uri="{9D8B030D-6E8A-4147-A177-3AD203B41FA5}">
                      <a16:colId xmlns:a16="http://schemas.microsoft.com/office/drawing/2014/main" val="1688695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8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182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49C66AD-51D0-D2C3-F518-F69189B16A15}"/>
              </a:ext>
            </a:extLst>
          </p:cNvPr>
          <p:cNvSpPr txBox="1"/>
          <p:nvPr/>
        </p:nvSpPr>
        <p:spPr>
          <a:xfrm>
            <a:off x="0" y="0"/>
            <a:ext cx="688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N = 5</a:t>
            </a:r>
          </a:p>
        </p:txBody>
      </p:sp>
    </p:spTree>
    <p:extLst>
      <p:ext uri="{BB962C8B-B14F-4D97-AF65-F5344CB8AC3E}">
        <p14:creationId xmlns:p14="http://schemas.microsoft.com/office/powerpoint/2010/main" val="1540378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2976</Words>
  <Application>Microsoft Office PowerPoint</Application>
  <PresentationFormat>Panorámica</PresentationFormat>
  <Paragraphs>1610</Paragraphs>
  <Slides>49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4" baseType="lpstr">
      <vt:lpstr>Aptos</vt:lpstr>
      <vt:lpstr>Aptos Display</vt:lpstr>
      <vt:lpstr>Arial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Alvarez Sil</dc:creator>
  <cp:lastModifiedBy>Daniel Alvarez Sil</cp:lastModifiedBy>
  <cp:revision>4</cp:revision>
  <dcterms:created xsi:type="dcterms:W3CDTF">2025-02-25T13:32:33Z</dcterms:created>
  <dcterms:modified xsi:type="dcterms:W3CDTF">2025-02-27T01:43:19Z</dcterms:modified>
</cp:coreProperties>
</file>